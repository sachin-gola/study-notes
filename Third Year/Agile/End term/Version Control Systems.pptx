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8" r:id="rId2"/>
    <p:sldId id="337" r:id="rId3"/>
    <p:sldId id="313" r:id="rId4"/>
    <p:sldId id="339" r:id="rId5"/>
    <p:sldId id="326" r:id="rId6"/>
    <p:sldId id="341" r:id="rId7"/>
    <p:sldId id="342" r:id="rId8"/>
    <p:sldId id="343" r:id="rId9"/>
    <p:sldId id="344" r:id="rId10"/>
    <p:sldId id="345" r:id="rId11"/>
    <p:sldId id="346" r:id="rId12"/>
    <p:sldId id="266" r:id="rId13"/>
    <p:sldId id="33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GDISH BABOO" userId="41e4620e4a676cb5" providerId="LiveId" clId="{ED6BED50-E81C-4FF3-9C66-8E8DEB120E62}"/>
    <pc:docChg chg="custSel modSld">
      <pc:chgData name="JAGDISH BABOO" userId="41e4620e4a676cb5" providerId="LiveId" clId="{ED6BED50-E81C-4FF3-9C66-8E8DEB120E62}" dt="2024-12-10T15:48:44.766" v="5" actId="27636"/>
      <pc:docMkLst>
        <pc:docMk/>
      </pc:docMkLst>
      <pc:sldChg chg="modSp mod modAnim">
        <pc:chgData name="JAGDISH BABOO" userId="41e4620e4a676cb5" providerId="LiveId" clId="{ED6BED50-E81C-4FF3-9C66-8E8DEB120E62}" dt="2024-12-10T15:48:44.766" v="5" actId="27636"/>
        <pc:sldMkLst>
          <pc:docMk/>
          <pc:sldMk cId="344248870" sldId="341"/>
        </pc:sldMkLst>
        <pc:spChg chg="mod">
          <ac:chgData name="JAGDISH BABOO" userId="41e4620e4a676cb5" providerId="LiveId" clId="{ED6BED50-E81C-4FF3-9C66-8E8DEB120E62}" dt="2024-12-10T15:48:44.766" v="5" actId="27636"/>
          <ac:spMkLst>
            <pc:docMk/>
            <pc:sldMk cId="344248870" sldId="341"/>
            <ac:spMk id="5" creationId="{00000000-0000-0000-0000-000000000000}"/>
          </ac:spMkLst>
        </pc:spChg>
      </pc:sldChg>
    </pc:docChg>
  </pc:docChgLst>
  <pc:docChgLst>
    <pc:chgData name="Nikhil Govil" userId="a9719a31b8046b64" providerId="LiveId" clId="{78B6C565-6F80-4F1E-8DC9-E542BE3BE744}"/>
    <pc:docChg chg="custSel addSld delSld modSld">
      <pc:chgData name="Nikhil Govil" userId="a9719a31b8046b64" providerId="LiveId" clId="{78B6C565-6F80-4F1E-8DC9-E542BE3BE744}" dt="2024-11-26T05:48:14.744" v="38" actId="27636"/>
      <pc:docMkLst>
        <pc:docMk/>
      </pc:docMkLst>
      <pc:sldChg chg="delSp del">
        <pc:chgData name="Nikhil Govil" userId="a9719a31b8046b64" providerId="LiveId" clId="{78B6C565-6F80-4F1E-8DC9-E542BE3BE744}" dt="2024-11-26T05:44:01.949" v="30" actId="47"/>
        <pc:sldMkLst>
          <pc:docMk/>
          <pc:sldMk cId="2864408307" sldId="256"/>
        </pc:sldMkLst>
        <pc:picChg chg="del">
          <ac:chgData name="Nikhil Govil" userId="a9719a31b8046b64" providerId="LiveId" clId="{78B6C565-6F80-4F1E-8DC9-E542BE3BE744}" dt="2024-11-26T05:43:37.308" v="2" actId="21"/>
          <ac:picMkLst>
            <pc:docMk/>
            <pc:sldMk cId="2864408307" sldId="256"/>
            <ac:picMk id="3074" creationId="{00000000-0000-0000-0000-000000000000}"/>
          </ac:picMkLst>
        </pc:picChg>
      </pc:sldChg>
      <pc:sldChg chg="modSp mod">
        <pc:chgData name="Nikhil Govil" userId="a9719a31b8046b64" providerId="LiveId" clId="{78B6C565-6F80-4F1E-8DC9-E542BE3BE744}" dt="2024-11-26T05:48:14.744" v="38" actId="27636"/>
        <pc:sldMkLst>
          <pc:docMk/>
          <pc:sldMk cId="3812273503" sldId="266"/>
        </pc:sldMkLst>
        <pc:spChg chg="mod">
          <ac:chgData name="Nikhil Govil" userId="a9719a31b8046b64" providerId="LiveId" clId="{78B6C565-6F80-4F1E-8DC9-E542BE3BE744}" dt="2024-11-26T05:48:14.744" v="38" actId="27636"/>
          <ac:spMkLst>
            <pc:docMk/>
            <pc:sldMk cId="3812273503" sldId="266"/>
            <ac:spMk id="3" creationId="{00000000-0000-0000-0000-000000000000}"/>
          </ac:spMkLst>
        </pc:spChg>
      </pc:sldChg>
      <pc:sldChg chg="addSp delSp modSp add mod">
        <pc:chgData name="Nikhil Govil" userId="a9719a31b8046b64" providerId="LiveId" clId="{78B6C565-6F80-4F1E-8DC9-E542BE3BE744}" dt="2024-11-26T05:43:58.450" v="29" actId="1076"/>
        <pc:sldMkLst>
          <pc:docMk/>
          <pc:sldMk cId="1681087341" sldId="298"/>
        </pc:sldMkLst>
        <pc:spChg chg="mod">
          <ac:chgData name="Nikhil Govil" userId="a9719a31b8046b64" providerId="LiveId" clId="{78B6C565-6F80-4F1E-8DC9-E542BE3BE744}" dt="2024-11-26T05:43:49.022" v="27" actId="20577"/>
          <ac:spMkLst>
            <pc:docMk/>
            <pc:sldMk cId="1681087341" sldId="298"/>
            <ac:spMk id="3" creationId="{00000000-0000-0000-0000-000000000000}"/>
          </ac:spMkLst>
        </pc:spChg>
        <pc:picChg chg="del">
          <ac:chgData name="Nikhil Govil" userId="a9719a31b8046b64" providerId="LiveId" clId="{78B6C565-6F80-4F1E-8DC9-E542BE3BE744}" dt="2024-11-26T05:43:34.689" v="1" actId="478"/>
          <ac:picMkLst>
            <pc:docMk/>
            <pc:sldMk cId="1681087341" sldId="298"/>
            <ac:picMk id="4" creationId="{BE1CEE78-27FD-349F-E28C-49EEE69AF3F7}"/>
          </ac:picMkLst>
        </pc:picChg>
        <pc:picChg chg="add mod">
          <ac:chgData name="Nikhil Govil" userId="a9719a31b8046b64" providerId="LiveId" clId="{78B6C565-6F80-4F1E-8DC9-E542BE3BE744}" dt="2024-11-26T05:43:58.450" v="29" actId="1076"/>
          <ac:picMkLst>
            <pc:docMk/>
            <pc:sldMk cId="1681087341" sldId="298"/>
            <ac:picMk id="307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62F1D-DDF7-4D25-969F-9E189E70E25A}" type="datetimeFigureOut">
              <a:rPr lang="en-US" smtClean="0"/>
              <a:t>12/10/2024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1ED7-0276-4BA5-A6E3-6345F5A3A612}" type="slidenum">
              <a:rPr lang="en-US" smtClean="0"/>
              <a:t>‹#›</a:t>
            </a:fld>
            <a:endParaRPr lang="en-US"/>
          </a:p>
        </p:txBody>
      </p:sp>
    </p:spTree>
    <p:extLst>
      <p:ext uri="{BB962C8B-B14F-4D97-AF65-F5344CB8AC3E}">
        <p14:creationId xmlns:p14="http://schemas.microsoft.com/office/powerpoint/2010/main" val="15747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48287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165342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1649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612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7193A4-5682-4857-B400-E2CC1F3E3D88}"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19099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193A4-5682-4857-B400-E2CC1F3E3D88}" type="datetimeFigureOut">
              <a:rPr lang="en-US" smtClean="0"/>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9365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193A4-5682-4857-B400-E2CC1F3E3D88}" type="datetimeFigureOut">
              <a:rPr lang="en-US" smtClean="0"/>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328468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71508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4691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003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71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193A4-5682-4857-B400-E2CC1F3E3D88}" type="datetimeFigureOut">
              <a:rPr lang="en-US" smtClean="0"/>
              <a:t>12/10/2024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A87CC-9811-4CA2-8053-9B67883B0DF8}" type="slidenum">
              <a:rPr lang="en-US" smtClean="0"/>
              <a:t>‹#›</a:t>
            </a:fld>
            <a:endParaRPr lang="en-US"/>
          </a:p>
        </p:txBody>
      </p:sp>
    </p:spTree>
    <p:extLst>
      <p:ext uri="{BB962C8B-B14F-4D97-AF65-F5344CB8AC3E}">
        <p14:creationId xmlns:p14="http://schemas.microsoft.com/office/powerpoint/2010/main" val="302959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41365" y="2492467"/>
            <a:ext cx="6773725" cy="681934"/>
          </a:xfrm>
        </p:spPr>
        <p:txBody>
          <a:bodyPr>
            <a:noAutofit/>
          </a:bodyPr>
          <a:lstStyle/>
          <a:p>
            <a:r>
              <a:rPr lang="en-US" sz="4000" dirty="0">
                <a:latin typeface="Times New Roman" panose="02020603050405020304" pitchFamily="18" charset="0"/>
                <a:cs typeface="Times New Roman" panose="02020603050405020304" pitchFamily="18" charset="0"/>
              </a:rPr>
              <a:t>Topic:</a:t>
            </a:r>
            <a:r>
              <a:rPr lang="en-US" sz="4000" dirty="0">
                <a:solidFill>
                  <a:srgbClr val="FF0000"/>
                </a:solidFill>
                <a:latin typeface="Times New Roman" panose="02020603050405020304" pitchFamily="18" charset="0"/>
                <a:cs typeface="Times New Roman" panose="02020603050405020304" pitchFamily="18" charset="0"/>
              </a:rPr>
              <a:t> Version Control Systems </a:t>
            </a:r>
          </a:p>
        </p:txBody>
      </p:sp>
      <p:sp>
        <p:nvSpPr>
          <p:cNvPr id="8" name="Subtitle 2"/>
          <p:cNvSpPr txBox="1">
            <a:spLocks/>
          </p:cNvSpPr>
          <p:nvPr/>
        </p:nvSpPr>
        <p:spPr>
          <a:xfrm>
            <a:off x="1756228" y="1786955"/>
            <a:ext cx="9144000" cy="6819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Agile Software Development</a:t>
            </a:r>
            <a:endParaRPr lang="en-US" sz="4000" dirty="0">
              <a:solidFill>
                <a:srgbClr val="00B050"/>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0" y="5624053"/>
            <a:ext cx="12191999" cy="1233948"/>
          </a:xfrm>
          <a:prstGeom prst="rect">
            <a:avLst/>
          </a:prstGeom>
          <a:solidFill>
            <a:schemeClr val="accent6">
              <a:lumMod val="75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solidFill>
                  <a:srgbClr val="FFFF00"/>
                </a:solidFill>
                <a:latin typeface="Souvenir" panose="02000503000000020003" pitchFamily="2" charset="0"/>
                <a:cs typeface="Times New Roman" panose="02020603050405020304" pitchFamily="18" charset="0"/>
              </a:rPr>
              <a:t>Dr. Nikhil Govil</a:t>
            </a:r>
          </a:p>
          <a:p>
            <a:r>
              <a:rPr lang="en-US" sz="2800" dirty="0">
                <a:solidFill>
                  <a:srgbClr val="FFFF00"/>
                </a:solidFill>
                <a:latin typeface="Souvenir" panose="02000503000000020003" pitchFamily="2" charset="0"/>
                <a:cs typeface="Times New Roman" panose="02020603050405020304" pitchFamily="18" charset="0"/>
              </a:rPr>
              <a:t>Associate Professor, Program Coordinator – B.Tech. (CSE), Dept. of CEA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78" y="109031"/>
            <a:ext cx="2909443" cy="1654346"/>
          </a:xfrm>
          <a:prstGeom prst="rect">
            <a:avLst/>
          </a:prstGeom>
        </p:spPr>
      </p:pic>
      <p:pic>
        <p:nvPicPr>
          <p:cNvPr id="3074" name="Picture 2" descr="Speckbit Exploratories | Organised Self-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9456" y="3174401"/>
            <a:ext cx="4813088" cy="228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08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Topics to be covered</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4958494"/>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Version Control Systems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Categories of VCS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Local Version Control Systems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Centralized Version Control Systems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Distributed Version Control Systems</a:t>
            </a: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05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 calcmode="lin" valueType="num">
                                      <p:cBhvr additive="base">
                                        <p:cTn id="1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anim calcmode="lin" valueType="num">
                                      <p:cBhvr additive="base">
                                        <p:cTn id="2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Version Control Systems (VCS) </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algn="just"/>
            <a:r>
              <a:rPr lang="en-US" sz="3200" dirty="0">
                <a:latin typeface="Times New Roman" panose="02020603050405020304" pitchFamily="18" charset="0"/>
                <a:cs typeface="Times New Roman" panose="02020603050405020304" pitchFamily="18" charset="0"/>
              </a:rPr>
              <a:t>Version control systems are a category of software tools that help a software team manage changes to source code over time.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Version control is also known as Revision Control or Source Control.</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Version control software keeps track of every modification to the code in a special kind of database. </a:t>
            </a:r>
          </a:p>
        </p:txBody>
      </p:sp>
    </p:spTree>
    <p:extLst>
      <p:ext uri="{BB962C8B-B14F-4D97-AF65-F5344CB8AC3E}">
        <p14:creationId xmlns:p14="http://schemas.microsoft.com/office/powerpoint/2010/main" val="92795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Version Control Systems (VCS) </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If a mistake is made, developers can turn back the clock and compare earlier versions of the code to help fix the mistake while minimizing disruption to all team members.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Changes are usually identified by a number or letter code, termed the “revision number”, “revision level”, or simply “revision”.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Each revision is associated with a timestamp and the person making the change. </a:t>
            </a:r>
            <a:r>
              <a:rPr lang="en-US" sz="3200">
                <a:latin typeface="Times New Roman" panose="02020603050405020304" pitchFamily="18" charset="0"/>
                <a:cs typeface="Times New Roman" panose="02020603050405020304" pitchFamily="18" charset="0"/>
              </a:rPr>
              <a:t>Revisions </a:t>
            </a:r>
            <a:r>
              <a:rPr lang="en-US" sz="3200" dirty="0">
                <a:latin typeface="Times New Roman" panose="02020603050405020304" pitchFamily="18" charset="0"/>
                <a:cs typeface="Times New Roman" panose="02020603050405020304" pitchFamily="18" charset="0"/>
              </a:rPr>
              <a:t>can be compared, restored, and with some types of files, merged.</a:t>
            </a:r>
          </a:p>
        </p:txBody>
      </p:sp>
    </p:spTree>
    <p:extLst>
      <p:ext uri="{BB962C8B-B14F-4D97-AF65-F5344CB8AC3E}">
        <p14:creationId xmlns:p14="http://schemas.microsoft.com/office/powerpoint/2010/main" val="206902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Categories of VCS </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Version Control Systems (VCS) can be categorized as:</a:t>
            </a:r>
          </a:p>
          <a:p>
            <a:pPr marL="0" indent="0" algn="just">
              <a:buNone/>
            </a:pPr>
            <a:endParaRPr lang="en-US" sz="3200" dirty="0">
              <a:latin typeface="Times New Roman" panose="02020603050405020304" pitchFamily="18" charset="0"/>
              <a:cs typeface="Times New Roman" panose="02020603050405020304" pitchFamily="18" charset="0"/>
            </a:endParaRPr>
          </a:p>
          <a:p>
            <a:pPr marL="514350" indent="-514350" algn="just">
              <a:buAutoNum type="arabicPeriod"/>
            </a:pPr>
            <a:r>
              <a:rPr lang="en-US" sz="3200" dirty="0">
                <a:latin typeface="Times New Roman" panose="02020603050405020304" pitchFamily="18" charset="0"/>
                <a:cs typeface="Times New Roman" panose="02020603050405020304" pitchFamily="18" charset="0"/>
              </a:rPr>
              <a:t>Local Version Control Systems,</a:t>
            </a:r>
          </a:p>
          <a:p>
            <a:pPr marL="514350" indent="-514350" algn="just">
              <a:buAutoNum type="arabicPeriod"/>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2. Centralized Version Control Systems &amp;</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3. Distributed Version Control Systems.</a:t>
            </a:r>
          </a:p>
        </p:txBody>
      </p:sp>
    </p:spTree>
    <p:extLst>
      <p:ext uri="{BB962C8B-B14F-4D97-AF65-F5344CB8AC3E}">
        <p14:creationId xmlns:p14="http://schemas.microsoft.com/office/powerpoint/2010/main" val="340744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Local Version Control Systems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Local VCS is an approach that the user keep its own file or saved the file by its own self, they manage their own file.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But it is hard to maintain the changes of the file.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We can just accidentally replace another file that actually we need.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Old programmer made their own database that kept all the changes to file under local version control system.</a:t>
            </a:r>
          </a:p>
        </p:txBody>
      </p:sp>
    </p:spTree>
    <p:extLst>
      <p:ext uri="{BB962C8B-B14F-4D97-AF65-F5344CB8AC3E}">
        <p14:creationId xmlns:p14="http://schemas.microsoft.com/office/powerpoint/2010/main" val="34424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Local Version Control Systems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pic>
        <p:nvPicPr>
          <p:cNvPr id="1026" name="Picture 2"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2797" y="1457054"/>
            <a:ext cx="6082993" cy="5109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03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557752"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Centralized Version Control Systems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algn="just"/>
            <a:r>
              <a:rPr lang="en-US" sz="3200" dirty="0">
                <a:latin typeface="Times New Roman" panose="02020603050405020304" pitchFamily="18" charset="0"/>
                <a:cs typeface="Times New Roman" panose="02020603050405020304" pitchFamily="18" charset="0"/>
              </a:rPr>
              <a:t>Centralized VCS as known as one of its application, subversion (SVN) or maybe other application Concurrent Versions System (CVS).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Centralized CVS is a way to track changes on project, but differently with local VCS, this way we save the snapshot of the application on the server, with history changes saved in the server.</a:t>
            </a:r>
          </a:p>
        </p:txBody>
      </p:sp>
    </p:spTree>
    <p:extLst>
      <p:ext uri="{BB962C8B-B14F-4D97-AF65-F5344CB8AC3E}">
        <p14:creationId xmlns:p14="http://schemas.microsoft.com/office/powerpoint/2010/main" val="68405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557752"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Centralized Version Control Systems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pic>
        <p:nvPicPr>
          <p:cNvPr id="2050" name="Picture 2"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728" y="1457054"/>
            <a:ext cx="6658180" cy="4958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703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Distributed Version Control Systems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4870004"/>
          </a:xfrm>
        </p:spPr>
        <p:txBody>
          <a:bodyPr>
            <a:normAutofit fontScale="92500" lnSpcReduction="10000"/>
          </a:bodyPr>
          <a:lstStyle/>
          <a:p>
            <a:pPr algn="just"/>
            <a:r>
              <a:rPr lang="en-US" sz="3200" dirty="0">
                <a:latin typeface="Times New Roman" panose="02020603050405020304" pitchFamily="18" charset="0"/>
                <a:cs typeface="Times New Roman" panose="02020603050405020304" pitchFamily="18" charset="0"/>
              </a:rPr>
              <a:t>Distributed VCS as the inverse of the Centralized VCS, it gives all the management/traceable of the project in the developer/client side, not server side, you can checkout the branch without connecting to server, even you can commit changes, trace changes that you have made even without internet connection.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But you can push the changes whenever you have an internet connection (push is a process that you save the snapshot that you have made to the server (in Centralized VCS called commit), so whenever everybody else who want to get it, they can just login and get the project from the server without thinking about that VPN things). </a:t>
            </a:r>
          </a:p>
        </p:txBody>
      </p:sp>
    </p:spTree>
    <p:extLst>
      <p:ext uri="{BB962C8B-B14F-4D97-AF65-F5344CB8AC3E}">
        <p14:creationId xmlns:p14="http://schemas.microsoft.com/office/powerpoint/2010/main" val="269637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Distributed Version Control Systems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pic>
        <p:nvPicPr>
          <p:cNvPr id="6" name="Picture 5" descr="Image for post"/>
          <p:cNvPicPr/>
          <p:nvPr/>
        </p:nvPicPr>
        <p:blipFill>
          <a:blip r:embed="rId3">
            <a:extLst>
              <a:ext uri="{28A0092B-C50C-407E-A947-70E740481C1C}">
                <a14:useLocalDpi xmlns:a14="http://schemas.microsoft.com/office/drawing/2010/main" val="0"/>
              </a:ext>
            </a:extLst>
          </a:blip>
          <a:srcRect/>
          <a:stretch>
            <a:fillRect/>
          </a:stretch>
        </p:blipFill>
        <p:spPr bwMode="auto">
          <a:xfrm>
            <a:off x="2327172" y="1209642"/>
            <a:ext cx="7200286" cy="5353390"/>
          </a:xfrm>
          <a:prstGeom prst="rect">
            <a:avLst/>
          </a:prstGeom>
          <a:noFill/>
          <a:ln>
            <a:noFill/>
          </a:ln>
        </p:spPr>
      </p:pic>
    </p:spTree>
    <p:extLst>
      <p:ext uri="{BB962C8B-B14F-4D97-AF65-F5344CB8AC3E}">
        <p14:creationId xmlns:p14="http://schemas.microsoft.com/office/powerpoint/2010/main" val="265348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33" y="227492"/>
            <a:ext cx="8173065" cy="932733"/>
          </a:xfrm>
        </p:spPr>
        <p:txBody>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19433" y="1324178"/>
            <a:ext cx="10972799" cy="5135616"/>
          </a:xfrm>
        </p:spPr>
        <p:txBody>
          <a:bodyPr>
            <a:normAutofit fontScale="92500" lnSpcReduction="20000"/>
          </a:bodyPr>
          <a:lstStyle/>
          <a:p>
            <a:pPr algn="just"/>
            <a:r>
              <a:rPr lang="en-US" sz="3200" dirty="0">
                <a:latin typeface="Times New Roman" panose="02020603050405020304" pitchFamily="18" charset="0"/>
                <a:cs typeface="Times New Roman" panose="02020603050405020304" pitchFamily="18" charset="0"/>
              </a:rPr>
              <a:t>Ken </a:t>
            </a:r>
            <a:r>
              <a:rPr lang="en-US" sz="3200" dirty="0" err="1">
                <a:latin typeface="Times New Roman" panose="02020603050405020304" pitchFamily="18" charset="0"/>
                <a:cs typeface="Times New Roman" panose="02020603050405020304" pitchFamily="18" charset="0"/>
              </a:rPr>
              <a:t>Schawber</a:t>
            </a:r>
            <a:r>
              <a:rPr lang="en-US" sz="3200" dirty="0">
                <a:latin typeface="Times New Roman" panose="02020603050405020304" pitchFamily="18" charset="0"/>
                <a:cs typeface="Times New Roman" panose="02020603050405020304" pitchFamily="18" charset="0"/>
              </a:rPr>
              <a:t> &amp; Mike </a:t>
            </a:r>
            <a:r>
              <a:rPr lang="en-US" sz="3200" dirty="0" err="1">
                <a:latin typeface="Times New Roman" panose="02020603050405020304" pitchFamily="18" charset="0"/>
                <a:cs typeface="Times New Roman" panose="02020603050405020304" pitchFamily="18" charset="0"/>
              </a:rPr>
              <a:t>Beedle</a:t>
            </a:r>
            <a:r>
              <a:rPr lang="en-US" sz="3200" dirty="0">
                <a:latin typeface="Times New Roman" panose="02020603050405020304" pitchFamily="18" charset="0"/>
                <a:cs typeface="Times New Roman" panose="02020603050405020304" pitchFamily="18" charset="0"/>
              </a:rPr>
              <a:t>, Agile Software Development with Scrum, Pearson, 2008.</a:t>
            </a:r>
          </a:p>
          <a:p>
            <a:pPr algn="just"/>
            <a:r>
              <a:rPr lang="en-US" sz="3200" dirty="0">
                <a:latin typeface="Times New Roman" panose="02020603050405020304" pitchFamily="18" charset="0"/>
                <a:cs typeface="Times New Roman" panose="02020603050405020304" pitchFamily="18" charset="0"/>
              </a:rPr>
              <a:t>Robert C. Martin, Agile Software Development, Principles, Patterns and Practices, Prentice Hall,2002.</a:t>
            </a:r>
          </a:p>
          <a:p>
            <a:pPr algn="just"/>
            <a:r>
              <a:rPr lang="en-US" sz="3200" dirty="0">
                <a:latin typeface="Times New Roman" panose="02020603050405020304" pitchFamily="18" charset="0"/>
                <a:cs typeface="Times New Roman" panose="02020603050405020304" pitchFamily="18" charset="0"/>
              </a:rPr>
              <a:t>Lisa Crispin &amp; Janet Gregory, Agile Testing: A Practical Guide for Testers and Agile Teams, Addison Wesley, 2008.</a:t>
            </a:r>
          </a:p>
          <a:p>
            <a:pPr algn="just"/>
            <a:r>
              <a:rPr lang="en-US" sz="3200" dirty="0">
                <a:latin typeface="Times New Roman" panose="02020603050405020304" pitchFamily="18" charset="0"/>
                <a:cs typeface="Times New Roman" panose="02020603050405020304" pitchFamily="18" charset="0"/>
              </a:rPr>
              <a:t>Alistair Cockburn, Agile Software Development: The Cooperative Game, Addison Wesley, 2006.</a:t>
            </a:r>
          </a:p>
          <a:p>
            <a:pPr algn="just"/>
            <a:r>
              <a:rPr lang="en-US" sz="3200" dirty="0">
                <a:latin typeface="Times New Roman" panose="02020603050405020304" pitchFamily="18" charset="0"/>
                <a:cs typeface="Times New Roman" panose="02020603050405020304" pitchFamily="18" charset="0"/>
              </a:rPr>
              <a:t>https://medium.com/@kamilmasyhur/what-do-you-know-about-version-control-system-vcs-6a1e1922c970#:~:text=So%2C%20what%20is%20local%20version,file%20that%20actually%20we%20need/last accessed </a:t>
            </a:r>
            <a:r>
              <a:rPr lang="en-US" sz="3200">
                <a:latin typeface="Times New Roman" panose="02020603050405020304" pitchFamily="18" charset="0"/>
                <a:cs typeface="Times New Roman" panose="02020603050405020304" pitchFamily="18" charset="0"/>
              </a:rPr>
              <a:t>on 08/11/2024.</a:t>
            </a:r>
            <a:endParaRPr lang="en-US" sz="3200" dirty="0">
              <a:latin typeface="Times New Roman" panose="02020603050405020304" pitchFamily="18" charset="0"/>
              <a:cs typeface="Times New Roman" panose="02020603050405020304" pitchFamily="18" charset="0"/>
            </a:endParaRP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Tree>
    <p:extLst>
      <p:ext uri="{BB962C8B-B14F-4D97-AF65-F5344CB8AC3E}">
        <p14:creationId xmlns:p14="http://schemas.microsoft.com/office/powerpoint/2010/main" val="38122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42598" y="1635252"/>
            <a:ext cx="6481622" cy="3652242"/>
          </a:xfrm>
          <a:prstGeom prst="rect">
            <a:avLst/>
          </a:prstGeom>
        </p:spPr>
      </p:pic>
    </p:spTree>
    <p:extLst>
      <p:ext uri="{BB962C8B-B14F-4D97-AF65-F5344CB8AC3E}">
        <p14:creationId xmlns:p14="http://schemas.microsoft.com/office/powerpoint/2010/main" val="3262729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1468</TotalTime>
  <Words>629</Words>
  <Application>Microsoft Office PowerPoint</Application>
  <PresentationFormat>Widescreen</PresentationFormat>
  <Paragraphs>70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Souvenir</vt:lpstr>
      <vt:lpstr>Times New Roman</vt:lpstr>
      <vt:lpstr>Office Theme</vt:lpstr>
      <vt:lpstr>PowerPoint Presentation</vt:lpstr>
      <vt:lpstr>Topics to be covered</vt:lpstr>
      <vt:lpstr>Version Control Systems (VCS) </vt:lpstr>
      <vt:lpstr>Version Control Systems (VCS) </vt:lpstr>
      <vt:lpstr>Categories of VCS </vt:lpstr>
      <vt:lpstr>Local Version Control Systems</vt:lpstr>
      <vt:lpstr>Local Version Control Systems</vt:lpstr>
      <vt:lpstr>Centralized Version Control Systems</vt:lpstr>
      <vt:lpstr>Centralized Version Control Systems</vt:lpstr>
      <vt:lpstr>Distributed Version Control Systems</vt:lpstr>
      <vt:lpstr>Distributed Version Control Systems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Govil</dc:creator>
  <cp:lastModifiedBy>JAGDISH BABOO</cp:lastModifiedBy>
  <cp:revision>854</cp:revision>
  <dcterms:created xsi:type="dcterms:W3CDTF">2020-08-05T08:53:59Z</dcterms:created>
  <dcterms:modified xsi:type="dcterms:W3CDTF">2024-12-10T16:13:17Z</dcterms:modified>
</cp:coreProperties>
</file>