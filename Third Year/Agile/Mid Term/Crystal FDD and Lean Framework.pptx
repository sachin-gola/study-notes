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98" r:id="rId2"/>
    <p:sldId id="314" r:id="rId3"/>
    <p:sldId id="277" r:id="rId4"/>
    <p:sldId id="299" r:id="rId5"/>
    <p:sldId id="290" r:id="rId6"/>
    <p:sldId id="297" r:id="rId7"/>
    <p:sldId id="308" r:id="rId8"/>
    <p:sldId id="315" r:id="rId9"/>
    <p:sldId id="309" r:id="rId10"/>
    <p:sldId id="310" r:id="rId11"/>
    <p:sldId id="291" r:id="rId12"/>
    <p:sldId id="303" r:id="rId13"/>
    <p:sldId id="304" r:id="rId14"/>
    <p:sldId id="316" r:id="rId15"/>
    <p:sldId id="311" r:id="rId16"/>
    <p:sldId id="272" r:id="rId17"/>
    <p:sldId id="312" r:id="rId18"/>
    <p:sldId id="313" r:id="rId19"/>
    <p:sldId id="266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2245A4-739E-422E-9B46-837CDA72EF89}" v="274" dt="2024-09-08T16:55:34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Govil" userId="a9719a31b8046b64" providerId="LiveId" clId="{702245A4-739E-422E-9B46-837CDA72EF89}"/>
    <pc:docChg chg="undo custSel addSld modSld">
      <pc:chgData name="Nikhil Govil" userId="a9719a31b8046b64" providerId="LiveId" clId="{702245A4-739E-422E-9B46-837CDA72EF89}" dt="2024-09-08T16:55:34.477" v="532" actId="20577"/>
      <pc:docMkLst>
        <pc:docMk/>
      </pc:docMkLst>
      <pc:sldChg chg="addSp modSp modAnim">
        <pc:chgData name="Nikhil Govil" userId="a9719a31b8046b64" providerId="LiveId" clId="{702245A4-739E-422E-9B46-837CDA72EF89}" dt="2024-09-08T15:52:10.025" v="245"/>
        <pc:sldMkLst>
          <pc:docMk/>
          <pc:sldMk cId="3812273503" sldId="266"/>
        </pc:sldMkLst>
        <pc:picChg chg="add mod">
          <ac:chgData name="Nikhil Govil" userId="a9719a31b8046b64" providerId="LiveId" clId="{702245A4-739E-422E-9B46-837CDA72EF89}" dt="2024-09-08T15:52:02.509" v="243"/>
          <ac:picMkLst>
            <pc:docMk/>
            <pc:sldMk cId="3812273503" sldId="266"/>
            <ac:picMk id="4" creationId="{342450F2-4FC1-E181-B7CB-13871A67AC66}"/>
          </ac:picMkLst>
        </pc:picChg>
      </pc:sldChg>
      <pc:sldChg chg="addSp delSp modSp add mod modAnim">
        <pc:chgData name="Nikhil Govil" userId="a9719a31b8046b64" providerId="LiveId" clId="{702245A4-739E-422E-9B46-837CDA72EF89}" dt="2024-09-08T16:55:34.477" v="532" actId="20577"/>
        <pc:sldMkLst>
          <pc:docMk/>
          <pc:sldMk cId="747378021" sldId="272"/>
        </pc:sldMkLst>
        <pc:spChg chg="mod">
          <ac:chgData name="Nikhil Govil" userId="a9719a31b8046b64" providerId="LiveId" clId="{702245A4-739E-422E-9B46-837CDA72EF89}" dt="2024-09-08T16:55:34.477" v="532" actId="20577"/>
          <ac:spMkLst>
            <pc:docMk/>
            <pc:sldMk cId="747378021" sldId="272"/>
            <ac:spMk id="5" creationId="{00000000-0000-0000-0000-000000000000}"/>
          </ac:spMkLst>
        </pc:spChg>
        <pc:picChg chg="add mod">
          <ac:chgData name="Nikhil Govil" userId="a9719a31b8046b64" providerId="LiveId" clId="{702245A4-739E-422E-9B46-837CDA72EF89}" dt="2024-09-08T16:52:56.453" v="522" actId="14100"/>
          <ac:picMkLst>
            <pc:docMk/>
            <pc:sldMk cId="747378021" sldId="272"/>
            <ac:picMk id="3" creationId="{B0C58E3F-6509-0776-CCD9-3199293B963C}"/>
          </ac:picMkLst>
        </pc:picChg>
        <pc:picChg chg="del">
          <ac:chgData name="Nikhil Govil" userId="a9719a31b8046b64" providerId="LiveId" clId="{702245A4-739E-422E-9B46-837CDA72EF89}" dt="2024-09-08T15:34:36.820" v="17" actId="478"/>
          <ac:picMkLst>
            <pc:docMk/>
            <pc:sldMk cId="747378021" sldId="272"/>
            <ac:picMk id="4" creationId="{00000000-0000-0000-0000-000000000000}"/>
          </ac:picMkLst>
        </pc:picChg>
        <pc:picChg chg="add mod">
          <ac:chgData name="Nikhil Govil" userId="a9719a31b8046b64" providerId="LiveId" clId="{702245A4-739E-422E-9B46-837CDA72EF89}" dt="2024-09-08T15:51:57.111" v="240"/>
          <ac:picMkLst>
            <pc:docMk/>
            <pc:sldMk cId="747378021" sldId="272"/>
            <ac:picMk id="6" creationId="{8A3FDC38-3C7C-2EF9-1185-1F49F92C0D09}"/>
          </ac:picMkLst>
        </pc:picChg>
      </pc:sldChg>
      <pc:sldChg chg="modSp mod modAnim">
        <pc:chgData name="Nikhil Govil" userId="a9719a31b8046b64" providerId="LiveId" clId="{702245A4-739E-422E-9B46-837CDA72EF89}" dt="2024-09-08T16:16:46.956" v="319"/>
        <pc:sldMkLst>
          <pc:docMk/>
          <pc:sldMk cId="2321678347" sldId="277"/>
        </pc:sldMkLst>
        <pc:spChg chg="mod">
          <ac:chgData name="Nikhil Govil" userId="a9719a31b8046b64" providerId="LiveId" clId="{702245A4-739E-422E-9B46-837CDA72EF89}" dt="2024-09-08T15:47:25.464" v="129" actId="1076"/>
          <ac:spMkLst>
            <pc:docMk/>
            <pc:sldMk cId="2321678347" sldId="277"/>
            <ac:spMk id="5" creationId="{00000000-0000-0000-0000-000000000000}"/>
          </ac:spMkLst>
        </pc:spChg>
      </pc:sldChg>
      <pc:sldChg chg="addSp modSp modAnim">
        <pc:chgData name="Nikhil Govil" userId="a9719a31b8046b64" providerId="LiveId" clId="{702245A4-739E-422E-9B46-837CDA72EF89}" dt="2024-09-08T16:42:24.642" v="491" actId="20577"/>
        <pc:sldMkLst>
          <pc:docMk/>
          <pc:sldMk cId="2368674818" sldId="290"/>
        </pc:sldMkLst>
        <pc:spChg chg="mod">
          <ac:chgData name="Nikhil Govil" userId="a9719a31b8046b64" providerId="LiveId" clId="{702245A4-739E-422E-9B46-837CDA72EF89}" dt="2024-09-08T16:41:23.098" v="463" actId="6549"/>
          <ac:spMkLst>
            <pc:docMk/>
            <pc:sldMk cId="2368674818" sldId="290"/>
            <ac:spMk id="2" creationId="{00000000-0000-0000-0000-000000000000}"/>
          </ac:spMkLst>
        </pc:spChg>
        <pc:spChg chg="mod">
          <ac:chgData name="Nikhil Govil" userId="a9719a31b8046b64" providerId="LiveId" clId="{702245A4-739E-422E-9B46-837CDA72EF89}" dt="2024-09-08T16:42:24.642" v="491" actId="20577"/>
          <ac:spMkLst>
            <pc:docMk/>
            <pc:sldMk cId="2368674818" sldId="290"/>
            <ac:spMk id="5" creationId="{00000000-0000-0000-0000-000000000000}"/>
          </ac:spMkLst>
        </pc:spChg>
        <pc:picChg chg="add mod">
          <ac:chgData name="Nikhil Govil" userId="a9719a31b8046b64" providerId="LiveId" clId="{702245A4-739E-422E-9B46-837CDA72EF89}" dt="2024-09-08T15:51:41.679" v="229"/>
          <ac:picMkLst>
            <pc:docMk/>
            <pc:sldMk cId="2368674818" sldId="290"/>
            <ac:picMk id="3" creationId="{E9C0D063-CFC8-A9E3-64E6-985DD07A8502}"/>
          </ac:picMkLst>
        </pc:picChg>
      </pc:sldChg>
      <pc:sldChg chg="addSp delSp modSp add mod modAnim">
        <pc:chgData name="Nikhil Govil" userId="a9719a31b8046b64" providerId="LiveId" clId="{702245A4-739E-422E-9B46-837CDA72EF89}" dt="2024-09-08T16:20:42.764" v="357"/>
        <pc:sldMkLst>
          <pc:docMk/>
          <pc:sldMk cId="138473866" sldId="291"/>
        </pc:sldMkLst>
        <pc:picChg chg="add mod">
          <ac:chgData name="Nikhil Govil" userId="a9719a31b8046b64" providerId="LiveId" clId="{702245A4-739E-422E-9B46-837CDA72EF89}" dt="2024-09-08T15:51:50.338" v="235"/>
          <ac:picMkLst>
            <pc:docMk/>
            <pc:sldMk cId="138473866" sldId="291"/>
            <ac:picMk id="3" creationId="{8DE4B2B6-DE95-CA0E-7F3B-237164305FB7}"/>
          </ac:picMkLst>
        </pc:picChg>
        <pc:picChg chg="del">
          <ac:chgData name="Nikhil Govil" userId="a9719a31b8046b64" providerId="LiveId" clId="{702245A4-739E-422E-9B46-837CDA72EF89}" dt="2024-09-08T15:34:29.522" v="13" actId="478"/>
          <ac:picMkLst>
            <pc:docMk/>
            <pc:sldMk cId="138473866" sldId="291"/>
            <ac:picMk id="4" creationId="{00000000-0000-0000-0000-000000000000}"/>
          </ac:picMkLst>
        </pc:picChg>
      </pc:sldChg>
      <pc:sldChg chg="addSp modSp mod modAnim">
        <pc:chgData name="Nikhil Govil" userId="a9719a31b8046b64" providerId="LiveId" clId="{702245A4-739E-422E-9B46-837CDA72EF89}" dt="2024-09-08T16:18:17.489" v="339" actId="6549"/>
        <pc:sldMkLst>
          <pc:docMk/>
          <pc:sldMk cId="470315689" sldId="297"/>
        </pc:sldMkLst>
        <pc:spChg chg="mod">
          <ac:chgData name="Nikhil Govil" userId="a9719a31b8046b64" providerId="LiveId" clId="{702245A4-739E-422E-9B46-837CDA72EF89}" dt="2024-09-08T15:51:30.269" v="226" actId="14100"/>
          <ac:spMkLst>
            <pc:docMk/>
            <pc:sldMk cId="470315689" sldId="297"/>
            <ac:spMk id="2" creationId="{00000000-0000-0000-0000-000000000000}"/>
          </ac:spMkLst>
        </pc:spChg>
        <pc:spChg chg="mod">
          <ac:chgData name="Nikhil Govil" userId="a9719a31b8046b64" providerId="LiveId" clId="{702245A4-739E-422E-9B46-837CDA72EF89}" dt="2024-09-08T16:18:17.489" v="339" actId="6549"/>
          <ac:spMkLst>
            <pc:docMk/>
            <pc:sldMk cId="470315689" sldId="297"/>
            <ac:spMk id="5" creationId="{00000000-0000-0000-0000-000000000000}"/>
          </ac:spMkLst>
        </pc:spChg>
        <pc:picChg chg="add mod">
          <ac:chgData name="Nikhil Govil" userId="a9719a31b8046b64" providerId="LiveId" clId="{702245A4-739E-422E-9B46-837CDA72EF89}" dt="2024-09-08T15:51:43.320" v="230"/>
          <ac:picMkLst>
            <pc:docMk/>
            <pc:sldMk cId="470315689" sldId="297"/>
            <ac:picMk id="3" creationId="{4C0B8111-E1BA-DD12-B720-86201E3FC27B}"/>
          </ac:picMkLst>
        </pc:picChg>
      </pc:sldChg>
      <pc:sldChg chg="addSp modSp mod modAnim">
        <pc:chgData name="Nikhil Govil" userId="a9719a31b8046b64" providerId="LiveId" clId="{702245A4-739E-422E-9B46-837CDA72EF89}" dt="2024-09-08T16:16:53.644" v="321"/>
        <pc:sldMkLst>
          <pc:docMk/>
          <pc:sldMk cId="1571218044" sldId="299"/>
        </pc:sldMkLst>
        <pc:spChg chg="mod">
          <ac:chgData name="Nikhil Govil" userId="a9719a31b8046b64" providerId="LiveId" clId="{702245A4-739E-422E-9B46-837CDA72EF89}" dt="2024-09-08T15:49:42.363" v="172" actId="1076"/>
          <ac:spMkLst>
            <pc:docMk/>
            <pc:sldMk cId="1571218044" sldId="299"/>
            <ac:spMk id="2" creationId="{00000000-0000-0000-0000-000000000000}"/>
          </ac:spMkLst>
        </pc:spChg>
        <pc:spChg chg="mod">
          <ac:chgData name="Nikhil Govil" userId="a9719a31b8046b64" providerId="LiveId" clId="{702245A4-739E-422E-9B46-837CDA72EF89}" dt="2024-09-08T15:49:45.053" v="173" actId="1076"/>
          <ac:spMkLst>
            <pc:docMk/>
            <pc:sldMk cId="1571218044" sldId="299"/>
            <ac:spMk id="5" creationId="{00000000-0000-0000-0000-000000000000}"/>
          </ac:spMkLst>
        </pc:spChg>
        <pc:picChg chg="add mod">
          <ac:chgData name="Nikhil Govil" userId="a9719a31b8046b64" providerId="LiveId" clId="{702245A4-739E-422E-9B46-837CDA72EF89}" dt="2024-09-08T15:51:40.579" v="228"/>
          <ac:picMkLst>
            <pc:docMk/>
            <pc:sldMk cId="1571218044" sldId="299"/>
            <ac:picMk id="4" creationId="{ECB8A893-E581-2265-4E67-A4B78AACC770}"/>
          </ac:picMkLst>
        </pc:picChg>
      </pc:sldChg>
      <pc:sldChg chg="addSp delSp modSp add mod modAnim">
        <pc:chgData name="Nikhil Govil" userId="a9719a31b8046b64" providerId="LiveId" clId="{702245A4-739E-422E-9B46-837CDA72EF89}" dt="2024-09-08T16:45:18.454" v="492" actId="207"/>
        <pc:sldMkLst>
          <pc:docMk/>
          <pc:sldMk cId="1778652750" sldId="303"/>
        </pc:sldMkLst>
        <pc:spChg chg="mod">
          <ac:chgData name="Nikhil Govil" userId="a9719a31b8046b64" providerId="LiveId" clId="{702245A4-739E-422E-9B46-837CDA72EF89}" dt="2024-09-08T16:21:04.052" v="368" actId="6549"/>
          <ac:spMkLst>
            <pc:docMk/>
            <pc:sldMk cId="1778652750" sldId="303"/>
            <ac:spMk id="2" creationId="{00000000-0000-0000-0000-000000000000}"/>
          </ac:spMkLst>
        </pc:spChg>
        <pc:spChg chg="mod">
          <ac:chgData name="Nikhil Govil" userId="a9719a31b8046b64" providerId="LiveId" clId="{702245A4-739E-422E-9B46-837CDA72EF89}" dt="2024-09-08T16:45:18.454" v="492" actId="207"/>
          <ac:spMkLst>
            <pc:docMk/>
            <pc:sldMk cId="1778652750" sldId="303"/>
            <ac:spMk id="5" creationId="{00000000-0000-0000-0000-000000000000}"/>
          </ac:spMkLst>
        </pc:spChg>
        <pc:picChg chg="add mod">
          <ac:chgData name="Nikhil Govil" userId="a9719a31b8046b64" providerId="LiveId" clId="{702245A4-739E-422E-9B46-837CDA72EF89}" dt="2024-09-08T15:51:52.272" v="236"/>
          <ac:picMkLst>
            <pc:docMk/>
            <pc:sldMk cId="1778652750" sldId="303"/>
            <ac:picMk id="3" creationId="{7776AE65-D5C0-73C6-F4C0-1D965BF381AA}"/>
          </ac:picMkLst>
        </pc:picChg>
        <pc:picChg chg="del">
          <ac:chgData name="Nikhil Govil" userId="a9719a31b8046b64" providerId="LiveId" clId="{702245A4-739E-422E-9B46-837CDA72EF89}" dt="2024-09-08T15:34:31.813" v="14" actId="478"/>
          <ac:picMkLst>
            <pc:docMk/>
            <pc:sldMk cId="1778652750" sldId="303"/>
            <ac:picMk id="4" creationId="{00000000-0000-0000-0000-000000000000}"/>
          </ac:picMkLst>
        </pc:picChg>
      </pc:sldChg>
      <pc:sldChg chg="addSp delSp modSp add mod modAnim">
        <pc:chgData name="Nikhil Govil" userId="a9719a31b8046b64" providerId="LiveId" clId="{702245A4-739E-422E-9B46-837CDA72EF89}" dt="2024-09-08T16:47:17.676" v="496" actId="6549"/>
        <pc:sldMkLst>
          <pc:docMk/>
          <pc:sldMk cId="3903938546" sldId="304"/>
        </pc:sldMkLst>
        <pc:spChg chg="mod">
          <ac:chgData name="Nikhil Govil" userId="a9719a31b8046b64" providerId="LiveId" clId="{702245A4-739E-422E-9B46-837CDA72EF89}" dt="2024-09-08T16:21:12.796" v="380" actId="20577"/>
          <ac:spMkLst>
            <pc:docMk/>
            <pc:sldMk cId="3903938546" sldId="304"/>
            <ac:spMk id="2" creationId="{00000000-0000-0000-0000-000000000000}"/>
          </ac:spMkLst>
        </pc:spChg>
        <pc:spChg chg="add mod">
          <ac:chgData name="Nikhil Govil" userId="a9719a31b8046b64" providerId="LiveId" clId="{702245A4-739E-422E-9B46-837CDA72EF89}" dt="2024-09-08T15:43:44.046" v="102"/>
          <ac:spMkLst>
            <pc:docMk/>
            <pc:sldMk cId="3903938546" sldId="304"/>
            <ac:spMk id="3" creationId="{F30FE56C-A112-79DE-DBB8-BF6EC5DF0E92}"/>
          </ac:spMkLst>
        </pc:spChg>
        <pc:spChg chg="mod">
          <ac:chgData name="Nikhil Govil" userId="a9719a31b8046b64" providerId="LiveId" clId="{702245A4-739E-422E-9B46-837CDA72EF89}" dt="2024-09-08T16:47:17.676" v="496" actId="6549"/>
          <ac:spMkLst>
            <pc:docMk/>
            <pc:sldMk cId="3903938546" sldId="304"/>
            <ac:spMk id="5" creationId="{00000000-0000-0000-0000-000000000000}"/>
          </ac:spMkLst>
        </pc:spChg>
        <pc:picChg chg="del">
          <ac:chgData name="Nikhil Govil" userId="a9719a31b8046b64" providerId="LiveId" clId="{702245A4-739E-422E-9B46-837CDA72EF89}" dt="2024-09-08T15:34:34.020" v="15" actId="478"/>
          <ac:picMkLst>
            <pc:docMk/>
            <pc:sldMk cId="3903938546" sldId="304"/>
            <ac:picMk id="4" creationId="{00000000-0000-0000-0000-000000000000}"/>
          </ac:picMkLst>
        </pc:picChg>
        <pc:picChg chg="add mod">
          <ac:chgData name="Nikhil Govil" userId="a9719a31b8046b64" providerId="LiveId" clId="{702245A4-739E-422E-9B46-837CDA72EF89}" dt="2024-09-08T15:51:53.383" v="237"/>
          <ac:picMkLst>
            <pc:docMk/>
            <pc:sldMk cId="3903938546" sldId="304"/>
            <ac:picMk id="6" creationId="{B3C3ACA1-AE86-D72D-109C-F10477958E1B}"/>
          </ac:picMkLst>
        </pc:picChg>
      </pc:sldChg>
      <pc:sldChg chg="addSp delSp modSp mod modAnim">
        <pc:chgData name="Nikhil Govil" userId="a9719a31b8046b64" providerId="LiveId" clId="{702245A4-739E-422E-9B46-837CDA72EF89}" dt="2024-09-08T16:18:20.869" v="341" actId="20577"/>
        <pc:sldMkLst>
          <pc:docMk/>
          <pc:sldMk cId="2910466679" sldId="308"/>
        </pc:sldMkLst>
        <pc:spChg chg="del">
          <ac:chgData name="Nikhil Govil" userId="a9719a31b8046b64" providerId="LiveId" clId="{702245A4-739E-422E-9B46-837CDA72EF89}" dt="2024-09-08T15:51:05.530" v="189" actId="478"/>
          <ac:spMkLst>
            <pc:docMk/>
            <pc:sldMk cId="2910466679" sldId="308"/>
            <ac:spMk id="2" creationId="{00000000-0000-0000-0000-000000000000}"/>
          </ac:spMkLst>
        </pc:spChg>
        <pc:spChg chg="add mod">
          <ac:chgData name="Nikhil Govil" userId="a9719a31b8046b64" providerId="LiveId" clId="{702245A4-739E-422E-9B46-837CDA72EF89}" dt="2024-09-08T15:51:21.434" v="214" actId="27636"/>
          <ac:spMkLst>
            <pc:docMk/>
            <pc:sldMk cId="2910466679" sldId="308"/>
            <ac:spMk id="3" creationId="{4B1396E6-F12E-12AA-5C3F-4270048B74F1}"/>
          </ac:spMkLst>
        </pc:spChg>
        <pc:spChg chg="mod">
          <ac:chgData name="Nikhil Govil" userId="a9719a31b8046b64" providerId="LiveId" clId="{702245A4-739E-422E-9B46-837CDA72EF89}" dt="2024-09-08T16:18:20.869" v="341" actId="20577"/>
          <ac:spMkLst>
            <pc:docMk/>
            <pc:sldMk cId="2910466679" sldId="308"/>
            <ac:spMk id="5" creationId="{00000000-0000-0000-0000-000000000000}"/>
          </ac:spMkLst>
        </pc:spChg>
        <pc:spChg chg="add del mod">
          <ac:chgData name="Nikhil Govil" userId="a9719a31b8046b64" providerId="LiveId" clId="{702245A4-739E-422E-9B46-837CDA72EF89}" dt="2024-09-08T15:51:07.990" v="190" actId="478"/>
          <ac:spMkLst>
            <pc:docMk/>
            <pc:sldMk cId="2910466679" sldId="308"/>
            <ac:spMk id="6" creationId="{55925ED3-9ABB-7A41-CC72-7CBB2E9A9068}"/>
          </ac:spMkLst>
        </pc:spChg>
        <pc:picChg chg="add mod">
          <ac:chgData name="Nikhil Govil" userId="a9719a31b8046b64" providerId="LiveId" clId="{702245A4-739E-422E-9B46-837CDA72EF89}" dt="2024-09-08T15:51:44.711" v="231"/>
          <ac:picMkLst>
            <pc:docMk/>
            <pc:sldMk cId="2910466679" sldId="308"/>
            <ac:picMk id="7" creationId="{52CFBCFE-D098-E28B-8DC1-E5DDB4C6E38F}"/>
          </ac:picMkLst>
        </pc:picChg>
      </pc:sldChg>
      <pc:sldChg chg="addSp delSp modSp add mod modAnim">
        <pc:chgData name="Nikhil Govil" userId="a9719a31b8046b64" providerId="LiveId" clId="{702245A4-739E-422E-9B46-837CDA72EF89}" dt="2024-09-08T16:20:05.172" v="353"/>
        <pc:sldMkLst>
          <pc:docMk/>
          <pc:sldMk cId="2966757348" sldId="309"/>
        </pc:sldMkLst>
        <pc:spChg chg="mod">
          <ac:chgData name="Nikhil Govil" userId="a9719a31b8046b64" providerId="LiveId" clId="{702245A4-739E-422E-9B46-837CDA72EF89}" dt="2024-09-08T16:20:02.610" v="352" actId="1076"/>
          <ac:spMkLst>
            <pc:docMk/>
            <pc:sldMk cId="2966757348" sldId="309"/>
            <ac:spMk id="5" creationId="{00000000-0000-0000-0000-000000000000}"/>
          </ac:spMkLst>
        </pc:spChg>
        <pc:picChg chg="add mod">
          <ac:chgData name="Nikhil Govil" userId="a9719a31b8046b64" providerId="LiveId" clId="{702245A4-739E-422E-9B46-837CDA72EF89}" dt="2024-09-08T15:51:47.785" v="233"/>
          <ac:picMkLst>
            <pc:docMk/>
            <pc:sldMk cId="2966757348" sldId="309"/>
            <ac:picMk id="3" creationId="{1D2AE3A8-A69D-E0A8-6367-5D7EFF81648D}"/>
          </ac:picMkLst>
        </pc:picChg>
        <pc:picChg chg="del">
          <ac:chgData name="Nikhil Govil" userId="a9719a31b8046b64" providerId="LiveId" clId="{702245A4-739E-422E-9B46-837CDA72EF89}" dt="2024-09-08T15:34:26.266" v="11" actId="478"/>
          <ac:picMkLst>
            <pc:docMk/>
            <pc:sldMk cId="2966757348" sldId="309"/>
            <ac:picMk id="4" creationId="{00000000-0000-0000-0000-000000000000}"/>
          </ac:picMkLst>
        </pc:picChg>
      </pc:sldChg>
      <pc:sldChg chg="addSp delSp modSp add mod modAnim">
        <pc:chgData name="Nikhil Govil" userId="a9719a31b8046b64" providerId="LiveId" clId="{702245A4-739E-422E-9B46-837CDA72EF89}" dt="2024-09-08T16:20:32.396" v="356" actId="14100"/>
        <pc:sldMkLst>
          <pc:docMk/>
          <pc:sldMk cId="1342451615" sldId="310"/>
        </pc:sldMkLst>
        <pc:spChg chg="mod">
          <ac:chgData name="Nikhil Govil" userId="a9719a31b8046b64" providerId="LiveId" clId="{702245A4-739E-422E-9B46-837CDA72EF89}" dt="2024-09-08T16:20:32.396" v="356" actId="14100"/>
          <ac:spMkLst>
            <pc:docMk/>
            <pc:sldMk cId="1342451615" sldId="310"/>
            <ac:spMk id="5" creationId="{00000000-0000-0000-0000-000000000000}"/>
          </ac:spMkLst>
        </pc:spChg>
        <pc:picChg chg="del">
          <ac:chgData name="Nikhil Govil" userId="a9719a31b8046b64" providerId="LiveId" clId="{702245A4-739E-422E-9B46-837CDA72EF89}" dt="2024-09-08T15:34:27.783" v="12" actId="478"/>
          <ac:picMkLst>
            <pc:docMk/>
            <pc:sldMk cId="1342451615" sldId="310"/>
            <ac:picMk id="4" creationId="{00000000-0000-0000-0000-000000000000}"/>
          </ac:picMkLst>
        </pc:picChg>
        <pc:picChg chg="add mod">
          <ac:chgData name="Nikhil Govil" userId="a9719a31b8046b64" providerId="LiveId" clId="{702245A4-739E-422E-9B46-837CDA72EF89}" dt="2024-09-08T15:51:48.921" v="234"/>
          <ac:picMkLst>
            <pc:docMk/>
            <pc:sldMk cId="1342451615" sldId="310"/>
            <ac:picMk id="6" creationId="{D60F3024-0BA9-C891-3EFF-530618C82D63}"/>
          </ac:picMkLst>
        </pc:picChg>
      </pc:sldChg>
      <pc:sldChg chg="addSp delSp modSp add mod modAnim">
        <pc:chgData name="Nikhil Govil" userId="a9719a31b8046b64" providerId="LiveId" clId="{702245A4-739E-422E-9B46-837CDA72EF89}" dt="2024-09-08T16:24:57.877" v="432" actId="1076"/>
        <pc:sldMkLst>
          <pc:docMk/>
          <pc:sldMk cId="2609190378" sldId="311"/>
        </pc:sldMkLst>
        <pc:spChg chg="mod">
          <ac:chgData name="Nikhil Govil" userId="a9719a31b8046b64" providerId="LiveId" clId="{702245A4-739E-422E-9B46-837CDA72EF89}" dt="2024-09-08T16:24:57.877" v="432" actId="1076"/>
          <ac:spMkLst>
            <pc:docMk/>
            <pc:sldMk cId="2609190378" sldId="311"/>
            <ac:spMk id="5" creationId="{00000000-0000-0000-0000-000000000000}"/>
          </ac:spMkLst>
        </pc:spChg>
        <pc:picChg chg="add mod">
          <ac:chgData name="Nikhil Govil" userId="a9719a31b8046b64" providerId="LiveId" clId="{702245A4-739E-422E-9B46-837CDA72EF89}" dt="2024-09-08T15:51:56.003" v="239"/>
          <ac:picMkLst>
            <pc:docMk/>
            <pc:sldMk cId="2609190378" sldId="311"/>
            <ac:picMk id="3" creationId="{64359E1B-48E8-0FAD-1694-5B96064C644D}"/>
          </ac:picMkLst>
        </pc:picChg>
        <pc:picChg chg="del">
          <ac:chgData name="Nikhil Govil" userId="a9719a31b8046b64" providerId="LiveId" clId="{702245A4-739E-422E-9B46-837CDA72EF89}" dt="2024-09-08T15:34:35.378" v="16" actId="478"/>
          <ac:picMkLst>
            <pc:docMk/>
            <pc:sldMk cId="2609190378" sldId="311"/>
            <ac:picMk id="4" creationId="{00000000-0000-0000-0000-000000000000}"/>
          </ac:picMkLst>
        </pc:picChg>
      </pc:sldChg>
      <pc:sldChg chg="addSp delSp modSp add mod modAnim">
        <pc:chgData name="Nikhil Govil" userId="a9719a31b8046b64" providerId="LiveId" clId="{702245A4-739E-422E-9B46-837CDA72EF89}" dt="2024-09-08T16:51:48.904" v="498" actId="20577"/>
        <pc:sldMkLst>
          <pc:docMk/>
          <pc:sldMk cId="1495782078" sldId="312"/>
        </pc:sldMkLst>
        <pc:spChg chg="mod">
          <ac:chgData name="Nikhil Govil" userId="a9719a31b8046b64" providerId="LiveId" clId="{702245A4-739E-422E-9B46-837CDA72EF89}" dt="2024-09-08T15:52:51.904" v="308" actId="20577"/>
          <ac:spMkLst>
            <pc:docMk/>
            <pc:sldMk cId="1495782078" sldId="312"/>
            <ac:spMk id="2" creationId="{00000000-0000-0000-0000-000000000000}"/>
          </ac:spMkLst>
        </pc:spChg>
        <pc:spChg chg="mod">
          <ac:chgData name="Nikhil Govil" userId="a9719a31b8046b64" providerId="LiveId" clId="{702245A4-739E-422E-9B46-837CDA72EF89}" dt="2024-09-08T16:51:48.904" v="498" actId="20577"/>
          <ac:spMkLst>
            <pc:docMk/>
            <pc:sldMk cId="1495782078" sldId="312"/>
            <ac:spMk id="5" creationId="{00000000-0000-0000-0000-000000000000}"/>
          </ac:spMkLst>
        </pc:spChg>
        <pc:picChg chg="add mod">
          <ac:chgData name="Nikhil Govil" userId="a9719a31b8046b64" providerId="LiveId" clId="{702245A4-739E-422E-9B46-837CDA72EF89}" dt="2024-09-08T15:51:58.772" v="241"/>
          <ac:picMkLst>
            <pc:docMk/>
            <pc:sldMk cId="1495782078" sldId="312"/>
            <ac:picMk id="3" creationId="{521F8431-8296-5EDF-3692-0F0E5E7C71D7}"/>
          </ac:picMkLst>
        </pc:picChg>
        <pc:picChg chg="del">
          <ac:chgData name="Nikhil Govil" userId="a9719a31b8046b64" providerId="LiveId" clId="{702245A4-739E-422E-9B46-837CDA72EF89}" dt="2024-09-08T15:34:38.411" v="18" actId="478"/>
          <ac:picMkLst>
            <pc:docMk/>
            <pc:sldMk cId="1495782078" sldId="312"/>
            <ac:picMk id="4" creationId="{00000000-0000-0000-0000-000000000000}"/>
          </ac:picMkLst>
        </pc:picChg>
      </pc:sldChg>
      <pc:sldChg chg="addSp delSp modSp add mod modAnim">
        <pc:chgData name="Nikhil Govil" userId="a9719a31b8046b64" providerId="LiveId" clId="{702245A4-739E-422E-9B46-837CDA72EF89}" dt="2024-09-08T16:25:40.981" v="454" actId="20577"/>
        <pc:sldMkLst>
          <pc:docMk/>
          <pc:sldMk cId="1118609597" sldId="313"/>
        </pc:sldMkLst>
        <pc:spChg chg="mod">
          <ac:chgData name="Nikhil Govil" userId="a9719a31b8046b64" providerId="LiveId" clId="{702245A4-739E-422E-9B46-837CDA72EF89}" dt="2024-09-08T15:52:36.824" v="289" actId="6549"/>
          <ac:spMkLst>
            <pc:docMk/>
            <pc:sldMk cId="1118609597" sldId="313"/>
            <ac:spMk id="2" creationId="{00000000-0000-0000-0000-000000000000}"/>
          </ac:spMkLst>
        </pc:spChg>
        <pc:spChg chg="mod">
          <ac:chgData name="Nikhil Govil" userId="a9719a31b8046b64" providerId="LiveId" clId="{702245A4-739E-422E-9B46-837CDA72EF89}" dt="2024-09-08T16:25:40.981" v="454" actId="20577"/>
          <ac:spMkLst>
            <pc:docMk/>
            <pc:sldMk cId="1118609597" sldId="313"/>
            <ac:spMk id="5" creationId="{00000000-0000-0000-0000-000000000000}"/>
          </ac:spMkLst>
        </pc:spChg>
        <pc:picChg chg="add mod">
          <ac:chgData name="Nikhil Govil" userId="a9719a31b8046b64" providerId="LiveId" clId="{702245A4-739E-422E-9B46-837CDA72EF89}" dt="2024-09-08T15:52:00.351" v="242"/>
          <ac:picMkLst>
            <pc:docMk/>
            <pc:sldMk cId="1118609597" sldId="313"/>
            <ac:picMk id="3" creationId="{F5048C98-5FFA-5778-CD82-D63FD13C6FA4}"/>
          </ac:picMkLst>
        </pc:picChg>
        <pc:picChg chg="del">
          <ac:chgData name="Nikhil Govil" userId="a9719a31b8046b64" providerId="LiveId" clId="{702245A4-739E-422E-9B46-837CDA72EF89}" dt="2024-09-08T15:34:40.894" v="19" actId="478"/>
          <ac:picMkLst>
            <pc:docMk/>
            <pc:sldMk cId="1118609597" sldId="313"/>
            <ac:picMk id="4" creationId="{00000000-0000-0000-0000-000000000000}"/>
          </ac:picMkLst>
        </pc:picChg>
      </pc:sldChg>
      <pc:sldChg chg="addSp delSp modSp new mod">
        <pc:chgData name="Nikhil Govil" userId="a9719a31b8046b64" providerId="LiveId" clId="{702245A4-739E-422E-9B46-837CDA72EF89}" dt="2024-09-08T15:51:39.327" v="227"/>
        <pc:sldMkLst>
          <pc:docMk/>
          <pc:sldMk cId="1080880276" sldId="314"/>
        </pc:sldMkLst>
        <pc:spChg chg="del">
          <ac:chgData name="Nikhil Govil" userId="a9719a31b8046b64" providerId="LiveId" clId="{702245A4-739E-422E-9B46-837CDA72EF89}" dt="2024-09-08T15:42:01.110" v="25" actId="478"/>
          <ac:spMkLst>
            <pc:docMk/>
            <pc:sldMk cId="1080880276" sldId="314"/>
            <ac:spMk id="2" creationId="{DCC0DF98-A5A9-3053-16A7-626202B750FE}"/>
          </ac:spMkLst>
        </pc:spChg>
        <pc:spChg chg="del">
          <ac:chgData name="Nikhil Govil" userId="a9719a31b8046b64" providerId="LiveId" clId="{702245A4-739E-422E-9B46-837CDA72EF89}" dt="2024-09-08T15:41:52.039" v="23" actId="478"/>
          <ac:spMkLst>
            <pc:docMk/>
            <pc:sldMk cId="1080880276" sldId="314"/>
            <ac:spMk id="3" creationId="{823E5908-1B58-BCAA-DE20-DAEBD899C966}"/>
          </ac:spMkLst>
        </pc:spChg>
        <pc:spChg chg="add mod">
          <ac:chgData name="Nikhil Govil" userId="a9719a31b8046b64" providerId="LiveId" clId="{702245A4-739E-422E-9B46-837CDA72EF89}" dt="2024-09-08T15:43:16.153" v="99" actId="1076"/>
          <ac:spMkLst>
            <pc:docMk/>
            <pc:sldMk cId="1080880276" sldId="314"/>
            <ac:spMk id="4" creationId="{02772FD6-8824-47F6-5CB5-CEAB9B60DDAA}"/>
          </ac:spMkLst>
        </pc:spChg>
        <pc:picChg chg="add mod">
          <ac:chgData name="Nikhil Govil" userId="a9719a31b8046b64" providerId="LiveId" clId="{702245A4-739E-422E-9B46-837CDA72EF89}" dt="2024-09-08T15:51:39.327" v="227"/>
          <ac:picMkLst>
            <pc:docMk/>
            <pc:sldMk cId="1080880276" sldId="314"/>
            <ac:picMk id="5" creationId="{CF4D3818-F53D-16C4-33B3-CCB1ADAE95A6}"/>
          </ac:picMkLst>
        </pc:picChg>
      </pc:sldChg>
      <pc:sldChg chg="addSp modSp add mod">
        <pc:chgData name="Nikhil Govil" userId="a9719a31b8046b64" providerId="LiveId" clId="{702245A4-739E-422E-9B46-837CDA72EF89}" dt="2024-09-08T15:51:46.671" v="232"/>
        <pc:sldMkLst>
          <pc:docMk/>
          <pc:sldMk cId="1927429697" sldId="315"/>
        </pc:sldMkLst>
        <pc:spChg chg="mod">
          <ac:chgData name="Nikhil Govil" userId="a9719a31b8046b64" providerId="LiveId" clId="{702245A4-739E-422E-9B46-837CDA72EF89}" dt="2024-09-08T15:43:26.985" v="101" actId="1076"/>
          <ac:spMkLst>
            <pc:docMk/>
            <pc:sldMk cId="1927429697" sldId="315"/>
            <ac:spMk id="4" creationId="{02772FD6-8824-47F6-5CB5-CEAB9B60DDAA}"/>
          </ac:spMkLst>
        </pc:spChg>
        <pc:picChg chg="add mod">
          <ac:chgData name="Nikhil Govil" userId="a9719a31b8046b64" providerId="LiveId" clId="{702245A4-739E-422E-9B46-837CDA72EF89}" dt="2024-09-08T15:51:46.671" v="232"/>
          <ac:picMkLst>
            <pc:docMk/>
            <pc:sldMk cId="1927429697" sldId="315"/>
            <ac:picMk id="2" creationId="{20F2283A-1EB1-4BB0-E471-99C548FADC03}"/>
          </ac:picMkLst>
        </pc:picChg>
      </pc:sldChg>
      <pc:sldChg chg="addSp delSp modSp new mod">
        <pc:chgData name="Nikhil Govil" userId="a9719a31b8046b64" providerId="LiveId" clId="{702245A4-739E-422E-9B46-837CDA72EF89}" dt="2024-09-08T15:51:54.426" v="238"/>
        <pc:sldMkLst>
          <pc:docMk/>
          <pc:sldMk cId="782519317" sldId="316"/>
        </pc:sldMkLst>
        <pc:spChg chg="del">
          <ac:chgData name="Nikhil Govil" userId="a9719a31b8046b64" providerId="LiveId" clId="{702245A4-739E-422E-9B46-837CDA72EF89}" dt="2024-09-08T15:43:54.192" v="106" actId="478"/>
          <ac:spMkLst>
            <pc:docMk/>
            <pc:sldMk cId="782519317" sldId="316"/>
            <ac:spMk id="2" creationId="{B2113616-A0D0-5A2A-719A-790E50319E93}"/>
          </ac:spMkLst>
        </pc:spChg>
        <pc:spChg chg="del">
          <ac:chgData name="Nikhil Govil" userId="a9719a31b8046b64" providerId="LiveId" clId="{702245A4-739E-422E-9B46-837CDA72EF89}" dt="2024-09-08T15:43:52.550" v="105" actId="478"/>
          <ac:spMkLst>
            <pc:docMk/>
            <pc:sldMk cId="782519317" sldId="316"/>
            <ac:spMk id="3" creationId="{9C8E774E-293B-6A8D-A307-399C14DA59CC}"/>
          </ac:spMkLst>
        </pc:spChg>
        <pc:spChg chg="add mod">
          <ac:chgData name="Nikhil Govil" userId="a9719a31b8046b64" providerId="LiveId" clId="{702245A4-739E-422E-9B46-837CDA72EF89}" dt="2024-09-08T15:44:06.713" v="114" actId="1076"/>
          <ac:spMkLst>
            <pc:docMk/>
            <pc:sldMk cId="782519317" sldId="316"/>
            <ac:spMk id="4" creationId="{07F6B88E-6941-7348-C226-44EFC04BF212}"/>
          </ac:spMkLst>
        </pc:spChg>
        <pc:picChg chg="add mod">
          <ac:chgData name="Nikhil Govil" userId="a9719a31b8046b64" providerId="LiveId" clId="{702245A4-739E-422E-9B46-837CDA72EF89}" dt="2024-09-08T15:51:54.426" v="238"/>
          <ac:picMkLst>
            <pc:docMk/>
            <pc:sldMk cId="782519317" sldId="316"/>
            <ac:picMk id="5" creationId="{F4DE43BB-401D-2107-694F-B9D4EAF5D0D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62F1D-DDF7-4D25-969F-9E189E70E25A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B1ED7-0276-4BA5-A6E3-6345F5A3A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84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7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2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9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2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9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5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8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1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0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7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93A4-5682-4857-B400-E2CC1F3E3D88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9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1315" y="2099325"/>
            <a:ext cx="8829368" cy="681934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Crystal, FDD &amp; Lean Frameworks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523999" y="1438788"/>
            <a:ext cx="9144000" cy="681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</a:t>
            </a:r>
            <a:endParaRPr lang="en-US"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0" y="5624053"/>
            <a:ext cx="12191999" cy="123394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FFFF00"/>
                </a:solidFill>
                <a:latin typeface="Souvenir" panose="02000503000000020003" pitchFamily="2" charset="0"/>
                <a:cs typeface="Times New Roman" panose="02020603050405020304" pitchFamily="18" charset="0"/>
              </a:rPr>
              <a:t>Dr. Nikhil Govil</a:t>
            </a:r>
          </a:p>
          <a:p>
            <a:r>
              <a:rPr lang="en-US" sz="2800" dirty="0">
                <a:solidFill>
                  <a:srgbClr val="FFFF00"/>
                </a:solidFill>
                <a:latin typeface="Souvenir" panose="02000503000000020003" pitchFamily="2" charset="0"/>
                <a:cs typeface="Times New Roman" panose="02020603050405020304" pitchFamily="18" charset="0"/>
              </a:rPr>
              <a:t>Associate Professor, Program Coordinator – B.Tech. (CSE), Dept. of CEA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279" y="109031"/>
            <a:ext cx="2369122" cy="13471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A4FA7A-0F83-FF97-3C53-36C1995A9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99" y="3114162"/>
            <a:ext cx="3706762" cy="22553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9C6548-B264-491C-CEC7-44AFE09D21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729" y="3088105"/>
            <a:ext cx="4011667" cy="22813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C65FBB-36DB-D653-A80D-641797E0DA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265" y="3088106"/>
            <a:ext cx="2323636" cy="228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87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2772FD6-8824-47F6-5CB5-CEAB9B60DDAA}"/>
              </a:ext>
            </a:extLst>
          </p:cNvPr>
          <p:cNvSpPr txBox="1">
            <a:spLocks/>
          </p:cNvSpPr>
          <p:nvPr/>
        </p:nvSpPr>
        <p:spPr>
          <a:xfrm>
            <a:off x="4001728" y="2747066"/>
            <a:ext cx="4188543" cy="681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Crystal Framework</a:t>
            </a:r>
          </a:p>
        </p:txBody>
      </p:sp>
      <p:pic>
        <p:nvPicPr>
          <p:cNvPr id="5" name="Picture 4" descr="C:\Users\User\Desktop\NAAC\gla-full.png">
            <a:extLst>
              <a:ext uri="{FF2B5EF4-FFF2-40B4-BE49-F238E27FC236}">
                <a16:creationId xmlns:a16="http://schemas.microsoft.com/office/drawing/2014/main" id="{CF4D3818-F53D-16C4-33B3-CCB1ADAE9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0880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Crystal Framework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748622"/>
            <a:ext cx="10515600" cy="408190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Alistair Cockburn developed the Crystal method for IBM in 1991.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 focuses on people over processes.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 recognizes that different teams will perform differently depending on team size, criticality and priority of the project.</a:t>
            </a: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B03CE958-6F15-8822-0A78-5C4D3F3B9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21678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939" y="365126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Families of Crystal Methodology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84939" y="1427558"/>
            <a:ext cx="10515600" cy="490179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five “colors” which represent the five families of Crystal methodologies, which are to be adopted based on the size of the project: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Clear: 	Up to 6 people</a:t>
            </a:r>
          </a:p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Yellow: 	Up to 20 people</a:t>
            </a:r>
          </a:p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Orange: 	Up to 40 people</a:t>
            </a:r>
          </a:p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Red: 	Up to 80 people</a:t>
            </a:r>
          </a:p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Maroon: 	Up to 200 people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562" y="2914108"/>
            <a:ext cx="6014884" cy="3190875"/>
          </a:xfrm>
          <a:prstGeom prst="rect">
            <a:avLst/>
          </a:prstGeom>
        </p:spPr>
      </p:pic>
      <p:pic>
        <p:nvPicPr>
          <p:cNvPr id="4" name="Picture 3" descr="C:\Users\User\Desktop\NAAC\gla-full.png">
            <a:extLst>
              <a:ext uri="{FF2B5EF4-FFF2-40B4-BE49-F238E27FC236}">
                <a16:creationId xmlns:a16="http://schemas.microsoft.com/office/drawing/2014/main" id="{ECB8A893-E581-2265-4E67-A4B78AACC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71218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419" y="365126"/>
            <a:ext cx="8642555" cy="962230"/>
          </a:xfrm>
        </p:spPr>
        <p:txBody>
          <a:bodyPr>
            <a:noAutofit/>
          </a:bodyPr>
          <a:lstStyle/>
          <a:p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Principles of Crystal Framework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457054"/>
            <a:ext cx="10515600" cy="49142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seven properties in the Crystal family. The first three are compulsory for all Crystal approaches, but the rest are optional and can be adopted if appropriate:</a:t>
            </a:r>
          </a:p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Frequent delivery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Reflective improvement</a:t>
            </a:r>
          </a:p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Osmotic (co location) communication</a:t>
            </a:r>
          </a:p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 safety</a:t>
            </a:r>
          </a:p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work</a:t>
            </a:r>
          </a:p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to Subject Matter Experts and Users</a:t>
            </a:r>
          </a:p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tools</a:t>
            </a: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E9C0D063-CFC8-A9E3-64E6-985DD07A8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68674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7755194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Crystal Framework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902542"/>
            <a:ext cx="10515600" cy="42032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 framework advantages include: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 communicate directly with each other, reducing management overhead.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can adapt as a team grows or shrinks.</a:t>
            </a: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4C0B8111-E1BA-DD12-B720-86201E3FC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70315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814051"/>
            <a:ext cx="10515600" cy="442451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 framework disadvantages include: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structure can slow down inexperienced teams.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clear on how remote teams can share knowledge informally.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B1396E6-F12E-12AA-5C3F-4270048B74F1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7833852" cy="962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Crystal Framework</a:t>
            </a:r>
          </a:p>
        </p:txBody>
      </p:sp>
      <p:pic>
        <p:nvPicPr>
          <p:cNvPr id="7" name="Picture 6" descr="C:\Users\User\Desktop\NAAC\gla-full.png">
            <a:extLst>
              <a:ext uri="{FF2B5EF4-FFF2-40B4-BE49-F238E27FC236}">
                <a16:creationId xmlns:a16="http://schemas.microsoft.com/office/drawing/2014/main" id="{52CFBCFE-D098-E28B-8DC1-E5DDB4C6E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10466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2772FD6-8824-47F6-5CB5-CEAB9B60DDAA}"/>
              </a:ext>
            </a:extLst>
          </p:cNvPr>
          <p:cNvSpPr txBox="1">
            <a:spLocks/>
          </p:cNvSpPr>
          <p:nvPr/>
        </p:nvSpPr>
        <p:spPr>
          <a:xfrm>
            <a:off x="1047135" y="2747066"/>
            <a:ext cx="10097729" cy="681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Driven Development (FDD) Framework</a:t>
            </a:r>
          </a:p>
        </p:txBody>
      </p:sp>
      <p:pic>
        <p:nvPicPr>
          <p:cNvPr id="2" name="Picture 1" descr="C:\Users\User\Desktop\NAAC\gla-full.png">
            <a:extLst>
              <a:ext uri="{FF2B5EF4-FFF2-40B4-BE49-F238E27FC236}">
                <a16:creationId xmlns:a16="http://schemas.microsoft.com/office/drawing/2014/main" id="{20F2283A-1EB1-4BB0-E471-99C548FAD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27429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Driven Development (FDD)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46471" y="1860177"/>
            <a:ext cx="10899058" cy="4019514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FDD is a client-centric, lightweight Agile framework.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its name suggests, it organizes software development around making progress on features.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FDD focuses on delivering working software repeatedly in timely manner.</a:t>
            </a: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1D2AE3A8-A69D-E0A8-6367-5D7EFF816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6757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FDD Life cycle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58645" y="1457054"/>
            <a:ext cx="10309123" cy="109192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FDD was designed to follow a five-step development process, built largely around discrete “feature” projects.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281" y="3008671"/>
            <a:ext cx="7727848" cy="3448050"/>
          </a:xfrm>
          <a:prstGeom prst="rect">
            <a:avLst/>
          </a:prstGeom>
        </p:spPr>
      </p:pic>
      <p:pic>
        <p:nvPicPr>
          <p:cNvPr id="6" name="Picture 5" descr="C:\Users\User\Desktop\NAAC\gla-full.png">
            <a:extLst>
              <a:ext uri="{FF2B5EF4-FFF2-40B4-BE49-F238E27FC236}">
                <a16:creationId xmlns:a16="http://schemas.microsoft.com/office/drawing/2014/main" id="{D60F3024-0BA9-C891-3EFF-530618C82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42451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FDD Life cycle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58645" y="1457054"/>
            <a:ext cx="10309123" cy="5032236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FDD framework has following five steps: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overall model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feature list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by feature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by feature &amp;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by feature.</a:t>
            </a: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8DE4B2B6-DE95-CA0E-7F3B-237164305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8473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FDD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58645" y="1457054"/>
            <a:ext cx="10309123" cy="503223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FDD’s strengths include:</a:t>
            </a:r>
          </a:p>
          <a:p>
            <a:pPr marL="0" indent="0" algn="just">
              <a:buNone/>
            </a:pP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five-step process allows for more rapid development.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larger teams to move products forward with continuous success.</a:t>
            </a:r>
          </a:p>
          <a:p>
            <a:pPr algn="just"/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7776AE65-D5C0-73C6-F4C0-1D965BF38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78652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FDD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41438" y="1457054"/>
            <a:ext cx="10309123" cy="45602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FDD’s weaknesses include: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work efficiently for smaller projects.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dependent on lead developers or programmers.</a:t>
            </a:r>
          </a:p>
        </p:txBody>
      </p:sp>
      <p:pic>
        <p:nvPicPr>
          <p:cNvPr id="6" name="Picture 5" descr="C:\Users\User\Desktop\NAAC\gla-full.png">
            <a:extLst>
              <a:ext uri="{FF2B5EF4-FFF2-40B4-BE49-F238E27FC236}">
                <a16:creationId xmlns:a16="http://schemas.microsoft.com/office/drawing/2014/main" id="{B3C3ACA1-AE86-D72D-109C-F10477958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03938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7F6B88E-6941-7348-C226-44EFC04BF212}"/>
              </a:ext>
            </a:extLst>
          </p:cNvPr>
          <p:cNvSpPr txBox="1">
            <a:spLocks/>
          </p:cNvSpPr>
          <p:nvPr/>
        </p:nvSpPr>
        <p:spPr>
          <a:xfrm>
            <a:off x="4213122" y="2747066"/>
            <a:ext cx="3765756" cy="681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Lean Framework</a:t>
            </a:r>
          </a:p>
        </p:txBody>
      </p:sp>
      <p:pic>
        <p:nvPicPr>
          <p:cNvPr id="5" name="Picture 4" descr="C:\Users\User\Desktop\NAAC\gla-full.png">
            <a:extLst>
              <a:ext uri="{FF2B5EF4-FFF2-40B4-BE49-F238E27FC236}">
                <a16:creationId xmlns:a16="http://schemas.microsoft.com/office/drawing/2014/main" id="{F4DE43BB-401D-2107-694F-B9D4EAF5D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82519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Lean Software Development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761854"/>
            <a:ext cx="10515600" cy="4147333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Lean Software Development borrows its philosophy from the Automobile industry (Toyota).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manufacturing organizations began using this system, and the name later changed to Lean.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methodology was first applied to the creation of software in 2003.</a:t>
            </a: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64359E1B-48E8-0FAD-1694-5B96064C6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09190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Lean Principles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457054"/>
            <a:ext cx="10515600" cy="490179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Lean Software Development can be summarized by seven principles as: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 waste</a:t>
            </a:r>
          </a:p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Amplify learning (Knowledge sharing)</a:t>
            </a:r>
          </a:p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Decide as late as possible</a:t>
            </a:r>
          </a:p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 as fast as possible</a:t>
            </a:r>
          </a:p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Empower the team</a:t>
            </a:r>
          </a:p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integrity in </a:t>
            </a:r>
            <a:r>
              <a:rPr lang="en-US" sz="32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(quality)</a:t>
            </a:r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the whole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C58E3F-6509-0776-CCD9-3199293B9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181" y="2308997"/>
            <a:ext cx="4504787" cy="4179553"/>
          </a:xfrm>
          <a:prstGeom prst="rect">
            <a:avLst/>
          </a:prstGeom>
        </p:spPr>
      </p:pic>
      <p:pic>
        <p:nvPicPr>
          <p:cNvPr id="6" name="Picture 5" descr="C:\Users\User\Desktop\NAAC\gla-full.png">
            <a:extLst>
              <a:ext uri="{FF2B5EF4-FFF2-40B4-BE49-F238E27FC236}">
                <a16:creationId xmlns:a16="http://schemas.microsoft.com/office/drawing/2014/main" id="{8A3FDC38-3C7C-2EF9-1185-1F49F92C0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47378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Lean Framework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902542"/>
            <a:ext cx="10515600" cy="42032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Lean framework’s strengths include: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unnecessary activity, and as a result can reduce costs.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Empowers the development team to make decisions, which can also boost morale.</a:t>
            </a: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521F8431-8296-5EDF-3692-0F0E5E7C7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9578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 of Lean Framework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902542"/>
            <a:ext cx="10515600" cy="42032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Lean framework’s weaknesses include: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Heavily depends on the team involved, making it not as scalable as other frameworks.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strong documentation, and failure to do so can result in development mistakes.</a:t>
            </a: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F5048C98-5FFA-5778-CD82-D63FD13C6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1860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4" y="227492"/>
            <a:ext cx="2930012" cy="932733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434" y="1717469"/>
            <a:ext cx="10972799" cy="4083563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Schawber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Mike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Beedle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Agile Software Development with Scrum, Pearson, 2008.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Robert C. Martin, Agile Software Development, Principles, Patterns and Practices, Prentice Hall,2002.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Lisa Crispin &amp; Janet Gregory, Agile Testing: A Practical Guide for Testers and Agile Teams, Addison Wesley, 2008.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Alistair Cockburn, Agile Software Development: The Cooperative Game, Addison Wesley, 2006.</a:t>
            </a:r>
          </a:p>
        </p:txBody>
      </p:sp>
      <p:pic>
        <p:nvPicPr>
          <p:cNvPr id="4" name="Picture 3" descr="C:\Users\User\Desktop\NAAC\gla-full.png">
            <a:extLst>
              <a:ext uri="{FF2B5EF4-FFF2-40B4-BE49-F238E27FC236}">
                <a16:creationId xmlns:a16="http://schemas.microsoft.com/office/drawing/2014/main" id="{342450F2-4FC1-E181-B7CB-13871A67A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227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ow To Write A Thank You Note In Five Easy Steps">
            <a:extLst>
              <a:ext uri="{FF2B5EF4-FFF2-40B4-BE49-F238E27FC236}">
                <a16:creationId xmlns:a16="http://schemas.microsoft.com/office/drawing/2014/main" id="{CAF25437-4356-1F3A-5238-4EFD81C62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202" y="1758103"/>
            <a:ext cx="5947595" cy="334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068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654</Words>
  <Application>Microsoft Office PowerPoint</Application>
  <PresentationFormat>Widescreen</PresentationFormat>
  <Paragraphs>107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Souvenir</vt:lpstr>
      <vt:lpstr>Times New Roman</vt:lpstr>
      <vt:lpstr>Office Theme</vt:lpstr>
      <vt:lpstr>PowerPoint Presentation</vt:lpstr>
      <vt:lpstr>PowerPoint Presentation</vt:lpstr>
      <vt:lpstr>Crystal Framework</vt:lpstr>
      <vt:lpstr>Families of Crystal Methodology</vt:lpstr>
      <vt:lpstr>Key Principles of Crystal Framework</vt:lpstr>
      <vt:lpstr>Advantages of Crystal Framework</vt:lpstr>
      <vt:lpstr>PowerPoint Presentation</vt:lpstr>
      <vt:lpstr>PowerPoint Presentation</vt:lpstr>
      <vt:lpstr>Feature Driven Development (FDD)</vt:lpstr>
      <vt:lpstr>FDD Life cycle</vt:lpstr>
      <vt:lpstr>FDD Life cycle</vt:lpstr>
      <vt:lpstr>Advantages of FDD</vt:lpstr>
      <vt:lpstr>Disadvantages of FDD</vt:lpstr>
      <vt:lpstr>PowerPoint Presentation</vt:lpstr>
      <vt:lpstr>Lean Software Development</vt:lpstr>
      <vt:lpstr>Lean Principles</vt:lpstr>
      <vt:lpstr>Advantages of Lean Framework</vt:lpstr>
      <vt:lpstr>Disadvantage of Lean Framework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Nikhil Govil</dc:creator>
  <cp:lastModifiedBy>Nikhil Govil</cp:lastModifiedBy>
  <cp:revision>637</cp:revision>
  <dcterms:created xsi:type="dcterms:W3CDTF">2020-08-05T08:53:59Z</dcterms:created>
  <dcterms:modified xsi:type="dcterms:W3CDTF">2024-09-08T16:55:35Z</dcterms:modified>
</cp:coreProperties>
</file>