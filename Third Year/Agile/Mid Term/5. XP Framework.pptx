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98" r:id="rId2"/>
    <p:sldId id="277" r:id="rId3"/>
    <p:sldId id="290" r:id="rId4"/>
    <p:sldId id="291" r:id="rId5"/>
    <p:sldId id="292" r:id="rId6"/>
    <p:sldId id="293" r:id="rId7"/>
    <p:sldId id="272" r:id="rId8"/>
    <p:sldId id="294" r:id="rId9"/>
    <p:sldId id="295" r:id="rId10"/>
    <p:sldId id="296" r:id="rId11"/>
    <p:sldId id="278" r:id="rId12"/>
    <p:sldId id="297" r:id="rId13"/>
    <p:sldId id="266" r:id="rId14"/>
    <p:sldId id="27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955EB2-9E6E-491D-858B-9759A2D31F29}" v="38" dt="2024-09-01T17:33:11.89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hil Govil" userId="a9719a31b8046b64" providerId="LiveId" clId="{53955EB2-9E6E-491D-858B-9759A2D31F29}"/>
    <pc:docChg chg="custSel addSld delSld modSld">
      <pc:chgData name="Nikhil Govil" userId="a9719a31b8046b64" providerId="LiveId" clId="{53955EB2-9E6E-491D-858B-9759A2D31F29}" dt="2024-09-01T17:33:16.243" v="72" actId="1076"/>
      <pc:docMkLst>
        <pc:docMk/>
      </pc:docMkLst>
      <pc:sldChg chg="del">
        <pc:chgData name="Nikhil Govil" userId="a9719a31b8046b64" providerId="LiveId" clId="{53955EB2-9E6E-491D-858B-9759A2D31F29}" dt="2024-09-01T17:06:59.549" v="11" actId="47"/>
        <pc:sldMkLst>
          <pc:docMk/>
          <pc:sldMk cId="2864408307" sldId="256"/>
        </pc:sldMkLst>
      </pc:sldChg>
      <pc:sldChg chg="del">
        <pc:chgData name="Nikhil Govil" userId="a9719a31b8046b64" providerId="LiveId" clId="{53955EB2-9E6E-491D-858B-9759A2D31F29}" dt="2024-09-01T17:07:12.157" v="13" actId="47"/>
        <pc:sldMkLst>
          <pc:docMk/>
          <pc:sldMk cId="1543913536" sldId="258"/>
        </pc:sldMkLst>
      </pc:sldChg>
      <pc:sldChg chg="addSp delSp modSp mod">
        <pc:chgData name="Nikhil Govil" userId="a9719a31b8046b64" providerId="LiveId" clId="{53955EB2-9E6E-491D-858B-9759A2D31F29}" dt="2024-09-01T17:08:30.599" v="43" actId="113"/>
        <pc:sldMkLst>
          <pc:docMk/>
          <pc:sldMk cId="3812273503" sldId="266"/>
        </pc:sldMkLst>
        <pc:spChg chg="mod">
          <ac:chgData name="Nikhil Govil" userId="a9719a31b8046b64" providerId="LiveId" clId="{53955EB2-9E6E-491D-858B-9759A2D31F29}" dt="2024-09-01T17:08:30.599" v="43" actId="113"/>
          <ac:spMkLst>
            <pc:docMk/>
            <pc:sldMk cId="3812273503" sldId="266"/>
            <ac:spMk id="2" creationId="{00000000-0000-0000-0000-000000000000}"/>
          </ac:spMkLst>
        </pc:spChg>
        <pc:picChg chg="del">
          <ac:chgData name="Nikhil Govil" userId="a9719a31b8046b64" providerId="LiveId" clId="{53955EB2-9E6E-491D-858B-9759A2D31F29}" dt="2024-09-01T17:07:53.688" v="28" actId="478"/>
          <ac:picMkLst>
            <pc:docMk/>
            <pc:sldMk cId="3812273503" sldId="266"/>
            <ac:picMk id="4" creationId="{00000000-0000-0000-0000-000000000000}"/>
          </ac:picMkLst>
        </pc:picChg>
        <pc:picChg chg="add mod">
          <ac:chgData name="Nikhil Govil" userId="a9719a31b8046b64" providerId="LiveId" clId="{53955EB2-9E6E-491D-858B-9759A2D31F29}" dt="2024-09-01T17:08:22.750" v="40"/>
          <ac:picMkLst>
            <pc:docMk/>
            <pc:sldMk cId="3812273503" sldId="266"/>
            <ac:picMk id="5" creationId="{1E4C090E-C927-737B-2162-28F10D5532EA}"/>
          </ac:picMkLst>
        </pc:picChg>
      </pc:sldChg>
      <pc:sldChg chg="addSp delSp modSp mod modAnim">
        <pc:chgData name="Nikhil Govil" userId="a9719a31b8046b64" providerId="LiveId" clId="{53955EB2-9E6E-491D-858B-9759A2D31F29}" dt="2024-09-01T17:08:06.137" v="33"/>
        <pc:sldMkLst>
          <pc:docMk/>
          <pc:sldMk cId="747378021" sldId="272"/>
        </pc:sldMkLst>
        <pc:spChg chg="mod">
          <ac:chgData name="Nikhil Govil" userId="a9719a31b8046b64" providerId="LiveId" clId="{53955EB2-9E6E-491D-858B-9759A2D31F29}" dt="2024-09-01T17:07:38.747" v="20" actId="6549"/>
          <ac:spMkLst>
            <pc:docMk/>
            <pc:sldMk cId="747378021" sldId="272"/>
            <ac:spMk id="5" creationId="{00000000-0000-0000-0000-000000000000}"/>
          </ac:spMkLst>
        </pc:spChg>
        <pc:picChg chg="add mod">
          <ac:chgData name="Nikhil Govil" userId="a9719a31b8046b64" providerId="LiveId" clId="{53955EB2-9E6E-491D-858B-9759A2D31F29}" dt="2024-09-01T17:08:06.137" v="33"/>
          <ac:picMkLst>
            <pc:docMk/>
            <pc:sldMk cId="747378021" sldId="272"/>
            <ac:picMk id="3" creationId="{38D33931-70D3-7A42-2F5C-B9DC6F506720}"/>
          </ac:picMkLst>
        </pc:picChg>
        <pc:picChg chg="del">
          <ac:chgData name="Nikhil Govil" userId="a9719a31b8046b64" providerId="LiveId" clId="{53955EB2-9E6E-491D-858B-9759A2D31F29}" dt="2024-09-01T17:07:41.840" v="22" actId="478"/>
          <ac:picMkLst>
            <pc:docMk/>
            <pc:sldMk cId="747378021" sldId="272"/>
            <ac:picMk id="4" creationId="{00000000-0000-0000-0000-000000000000}"/>
          </ac:picMkLst>
        </pc:picChg>
      </pc:sldChg>
      <pc:sldChg chg="addSp delSp modSp mod">
        <pc:chgData name="Nikhil Govil" userId="a9719a31b8046b64" providerId="LiveId" clId="{53955EB2-9E6E-491D-858B-9759A2D31F29}" dt="2024-09-01T17:31:27.892" v="48" actId="6549"/>
        <pc:sldMkLst>
          <pc:docMk/>
          <pc:sldMk cId="2321678347" sldId="277"/>
        </pc:sldMkLst>
        <pc:spChg chg="mod">
          <ac:chgData name="Nikhil Govil" userId="a9719a31b8046b64" providerId="LiveId" clId="{53955EB2-9E6E-491D-858B-9759A2D31F29}" dt="2024-09-01T17:31:27.892" v="48" actId="6549"/>
          <ac:spMkLst>
            <pc:docMk/>
            <pc:sldMk cId="2321678347" sldId="277"/>
            <ac:spMk id="5" creationId="{00000000-0000-0000-0000-000000000000}"/>
          </ac:spMkLst>
        </pc:spChg>
        <pc:picChg chg="add mod">
          <ac:chgData name="Nikhil Govil" userId="a9719a31b8046b64" providerId="LiveId" clId="{53955EB2-9E6E-491D-858B-9759A2D31F29}" dt="2024-09-01T17:07:25.008" v="14"/>
          <ac:picMkLst>
            <pc:docMk/>
            <pc:sldMk cId="2321678347" sldId="277"/>
            <ac:picMk id="3" creationId="{0F005A2A-5E91-D04C-D5A1-7B0C30936296}"/>
          </ac:picMkLst>
        </pc:picChg>
        <pc:picChg chg="del">
          <ac:chgData name="Nikhil Govil" userId="a9719a31b8046b64" providerId="LiveId" clId="{53955EB2-9E6E-491D-858B-9759A2D31F29}" dt="2024-09-01T17:07:27.406" v="15" actId="478"/>
          <ac:picMkLst>
            <pc:docMk/>
            <pc:sldMk cId="2321678347" sldId="277"/>
            <ac:picMk id="4" creationId="{00000000-0000-0000-0000-000000000000}"/>
          </ac:picMkLst>
        </pc:picChg>
      </pc:sldChg>
      <pc:sldChg chg="addSp delSp modSp mod">
        <pc:chgData name="Nikhil Govil" userId="a9719a31b8046b64" providerId="LiveId" clId="{53955EB2-9E6E-491D-858B-9759A2D31F29}" dt="2024-09-01T17:32:36.768" v="56" actId="1076"/>
        <pc:sldMkLst>
          <pc:docMk/>
          <pc:sldMk cId="262661220" sldId="278"/>
        </pc:sldMkLst>
        <pc:spChg chg="mod">
          <ac:chgData name="Nikhil Govil" userId="a9719a31b8046b64" providerId="LiveId" clId="{53955EB2-9E6E-491D-858B-9759A2D31F29}" dt="2024-09-01T17:32:36.768" v="56" actId="1076"/>
          <ac:spMkLst>
            <pc:docMk/>
            <pc:sldMk cId="262661220" sldId="278"/>
            <ac:spMk id="2" creationId="{00000000-0000-0000-0000-000000000000}"/>
          </ac:spMkLst>
        </pc:spChg>
        <pc:picChg chg="mod">
          <ac:chgData name="Nikhil Govil" userId="a9719a31b8046b64" providerId="LiveId" clId="{53955EB2-9E6E-491D-858B-9759A2D31F29}" dt="2024-09-01T17:32:32.008" v="55" actId="1076"/>
          <ac:picMkLst>
            <pc:docMk/>
            <pc:sldMk cId="262661220" sldId="278"/>
            <ac:picMk id="3" creationId="{00000000-0000-0000-0000-000000000000}"/>
          </ac:picMkLst>
        </pc:picChg>
        <pc:picChg chg="del">
          <ac:chgData name="Nikhil Govil" userId="a9719a31b8046b64" providerId="LiveId" clId="{53955EB2-9E6E-491D-858B-9759A2D31F29}" dt="2024-09-01T17:07:50.303" v="26" actId="478"/>
          <ac:picMkLst>
            <pc:docMk/>
            <pc:sldMk cId="262661220" sldId="278"/>
            <ac:picMk id="4" creationId="{00000000-0000-0000-0000-000000000000}"/>
          </ac:picMkLst>
        </pc:picChg>
        <pc:picChg chg="add mod">
          <ac:chgData name="Nikhil Govil" userId="a9719a31b8046b64" providerId="LiveId" clId="{53955EB2-9E6E-491D-858B-9759A2D31F29}" dt="2024-09-01T17:08:12.885" v="37"/>
          <ac:picMkLst>
            <pc:docMk/>
            <pc:sldMk cId="262661220" sldId="278"/>
            <ac:picMk id="5" creationId="{2651FAD0-AE1D-20F0-4A08-49E198671849}"/>
          </ac:picMkLst>
        </pc:picChg>
        <pc:picChg chg="add mod">
          <ac:chgData name="Nikhil Govil" userId="a9719a31b8046b64" providerId="LiveId" clId="{53955EB2-9E6E-491D-858B-9759A2D31F29}" dt="2024-09-01T17:08:14.897" v="38"/>
          <ac:picMkLst>
            <pc:docMk/>
            <pc:sldMk cId="262661220" sldId="278"/>
            <ac:picMk id="6" creationId="{4283385B-CFA7-F9CB-3857-783A56FBD575}"/>
          </ac:picMkLst>
        </pc:picChg>
      </pc:sldChg>
      <pc:sldChg chg="add">
        <pc:chgData name="Nikhil Govil" userId="a9719a31b8046b64" providerId="LiveId" clId="{53955EB2-9E6E-491D-858B-9759A2D31F29}" dt="2024-09-01T17:07:10.250" v="12"/>
        <pc:sldMkLst>
          <pc:docMk/>
          <pc:sldMk cId="1148068223" sldId="279"/>
        </pc:sldMkLst>
      </pc:sldChg>
      <pc:sldChg chg="addSp delSp modSp mod">
        <pc:chgData name="Nikhil Govil" userId="a9719a31b8046b64" providerId="LiveId" clId="{53955EB2-9E6E-491D-858B-9759A2D31F29}" dt="2024-09-01T17:07:59.368" v="29"/>
        <pc:sldMkLst>
          <pc:docMk/>
          <pc:sldMk cId="1342451615" sldId="290"/>
        </pc:sldMkLst>
        <pc:picChg chg="add mod">
          <ac:chgData name="Nikhil Govil" userId="a9719a31b8046b64" providerId="LiveId" clId="{53955EB2-9E6E-491D-858B-9759A2D31F29}" dt="2024-09-01T17:07:59.368" v="29"/>
          <ac:picMkLst>
            <pc:docMk/>
            <pc:sldMk cId="1342451615" sldId="290"/>
            <ac:picMk id="3" creationId="{28E2F282-5F41-DF3E-5B15-C5DBAB4A5CB2}"/>
          </ac:picMkLst>
        </pc:picChg>
        <pc:picChg chg="del">
          <ac:chgData name="Nikhil Govil" userId="a9719a31b8046b64" providerId="LiveId" clId="{53955EB2-9E6E-491D-858B-9759A2D31F29}" dt="2024-09-01T17:07:31.419" v="16" actId="478"/>
          <ac:picMkLst>
            <pc:docMk/>
            <pc:sldMk cId="1342451615" sldId="290"/>
            <ac:picMk id="4" creationId="{00000000-0000-0000-0000-000000000000}"/>
          </ac:picMkLst>
        </pc:picChg>
      </pc:sldChg>
      <pc:sldChg chg="addSp delSp modSp mod">
        <pc:chgData name="Nikhil Govil" userId="a9719a31b8046b64" providerId="LiveId" clId="{53955EB2-9E6E-491D-858B-9759A2D31F29}" dt="2024-09-01T17:08:01.132" v="30"/>
        <pc:sldMkLst>
          <pc:docMk/>
          <pc:sldMk cId="138473866" sldId="291"/>
        </pc:sldMkLst>
        <pc:picChg chg="add mod">
          <ac:chgData name="Nikhil Govil" userId="a9719a31b8046b64" providerId="LiveId" clId="{53955EB2-9E6E-491D-858B-9759A2D31F29}" dt="2024-09-01T17:08:01.132" v="30"/>
          <ac:picMkLst>
            <pc:docMk/>
            <pc:sldMk cId="138473866" sldId="291"/>
            <ac:picMk id="3" creationId="{90EB5270-52D6-1D5D-1E95-39EAD3E1119F}"/>
          </ac:picMkLst>
        </pc:picChg>
        <pc:picChg chg="del">
          <ac:chgData name="Nikhil Govil" userId="a9719a31b8046b64" providerId="LiveId" clId="{53955EB2-9E6E-491D-858B-9759A2D31F29}" dt="2024-09-01T17:07:33.427" v="17" actId="478"/>
          <ac:picMkLst>
            <pc:docMk/>
            <pc:sldMk cId="138473866" sldId="291"/>
            <ac:picMk id="4" creationId="{00000000-0000-0000-0000-000000000000}"/>
          </ac:picMkLst>
        </pc:picChg>
      </pc:sldChg>
      <pc:sldChg chg="addSp delSp modSp mod">
        <pc:chgData name="Nikhil Govil" userId="a9719a31b8046b64" providerId="LiveId" clId="{53955EB2-9E6E-491D-858B-9759A2D31F29}" dt="2024-09-01T17:08:02.580" v="31"/>
        <pc:sldMkLst>
          <pc:docMk/>
          <pc:sldMk cId="2003098738" sldId="292"/>
        </pc:sldMkLst>
        <pc:picChg chg="add mod">
          <ac:chgData name="Nikhil Govil" userId="a9719a31b8046b64" providerId="LiveId" clId="{53955EB2-9E6E-491D-858B-9759A2D31F29}" dt="2024-09-01T17:08:02.580" v="31"/>
          <ac:picMkLst>
            <pc:docMk/>
            <pc:sldMk cId="2003098738" sldId="292"/>
            <ac:picMk id="3" creationId="{55ADCDA3-D5FE-F020-10B2-5BF69796A5C4}"/>
          </ac:picMkLst>
        </pc:picChg>
        <pc:picChg chg="del">
          <ac:chgData name="Nikhil Govil" userId="a9719a31b8046b64" providerId="LiveId" clId="{53955EB2-9E6E-491D-858B-9759A2D31F29}" dt="2024-09-01T17:07:34.920" v="18" actId="478"/>
          <ac:picMkLst>
            <pc:docMk/>
            <pc:sldMk cId="2003098738" sldId="292"/>
            <ac:picMk id="4" creationId="{00000000-0000-0000-0000-000000000000}"/>
          </ac:picMkLst>
        </pc:picChg>
      </pc:sldChg>
      <pc:sldChg chg="addSp delSp modSp mod modAnim">
        <pc:chgData name="Nikhil Govil" userId="a9719a31b8046b64" providerId="LiveId" clId="{53955EB2-9E6E-491D-858B-9759A2D31F29}" dt="2024-09-01T17:31:50.015" v="50" actId="27636"/>
        <pc:sldMkLst>
          <pc:docMk/>
          <pc:sldMk cId="4222816127" sldId="293"/>
        </pc:sldMkLst>
        <pc:spChg chg="mod">
          <ac:chgData name="Nikhil Govil" userId="a9719a31b8046b64" providerId="LiveId" clId="{53955EB2-9E6E-491D-858B-9759A2D31F29}" dt="2024-09-01T17:31:50.015" v="50" actId="27636"/>
          <ac:spMkLst>
            <pc:docMk/>
            <pc:sldMk cId="4222816127" sldId="293"/>
            <ac:spMk id="5" creationId="{00000000-0000-0000-0000-000000000000}"/>
          </ac:spMkLst>
        </pc:spChg>
        <pc:picChg chg="add mod">
          <ac:chgData name="Nikhil Govil" userId="a9719a31b8046b64" providerId="LiveId" clId="{53955EB2-9E6E-491D-858B-9759A2D31F29}" dt="2024-09-01T17:08:04.803" v="32"/>
          <ac:picMkLst>
            <pc:docMk/>
            <pc:sldMk cId="4222816127" sldId="293"/>
            <ac:picMk id="3" creationId="{D8523208-6183-6FCC-C997-C960AB0865F1}"/>
          </ac:picMkLst>
        </pc:picChg>
        <pc:picChg chg="del">
          <ac:chgData name="Nikhil Govil" userId="a9719a31b8046b64" providerId="LiveId" clId="{53955EB2-9E6E-491D-858B-9759A2D31F29}" dt="2024-09-01T17:07:37.291" v="19" actId="478"/>
          <ac:picMkLst>
            <pc:docMk/>
            <pc:sldMk cId="4222816127" sldId="293"/>
            <ac:picMk id="4" creationId="{00000000-0000-0000-0000-000000000000}"/>
          </ac:picMkLst>
        </pc:picChg>
      </pc:sldChg>
      <pc:sldChg chg="addSp delSp modSp mod">
        <pc:chgData name="Nikhil Govil" userId="a9719a31b8046b64" providerId="LiveId" clId="{53955EB2-9E6E-491D-858B-9759A2D31F29}" dt="2024-09-01T17:08:07.807" v="34"/>
        <pc:sldMkLst>
          <pc:docMk/>
          <pc:sldMk cId="2083146484" sldId="294"/>
        </pc:sldMkLst>
        <pc:picChg chg="add mod">
          <ac:chgData name="Nikhil Govil" userId="a9719a31b8046b64" providerId="LiveId" clId="{53955EB2-9E6E-491D-858B-9759A2D31F29}" dt="2024-09-01T17:08:07.807" v="34"/>
          <ac:picMkLst>
            <pc:docMk/>
            <pc:sldMk cId="2083146484" sldId="294"/>
            <ac:picMk id="3" creationId="{D851A000-38E8-D56C-CBCF-5A20DBF64364}"/>
          </ac:picMkLst>
        </pc:picChg>
        <pc:picChg chg="del">
          <ac:chgData name="Nikhil Govil" userId="a9719a31b8046b64" providerId="LiveId" clId="{53955EB2-9E6E-491D-858B-9759A2D31F29}" dt="2024-09-01T17:07:43.912" v="23" actId="478"/>
          <ac:picMkLst>
            <pc:docMk/>
            <pc:sldMk cId="2083146484" sldId="294"/>
            <ac:picMk id="4" creationId="{00000000-0000-0000-0000-000000000000}"/>
          </ac:picMkLst>
        </pc:picChg>
      </pc:sldChg>
      <pc:sldChg chg="addSp delSp modSp mod">
        <pc:chgData name="Nikhil Govil" userId="a9719a31b8046b64" providerId="LiveId" clId="{53955EB2-9E6E-491D-858B-9759A2D31F29}" dt="2024-09-01T17:08:09.391" v="35"/>
        <pc:sldMkLst>
          <pc:docMk/>
          <pc:sldMk cId="3147142891" sldId="295"/>
        </pc:sldMkLst>
        <pc:picChg chg="add mod">
          <ac:chgData name="Nikhil Govil" userId="a9719a31b8046b64" providerId="LiveId" clId="{53955EB2-9E6E-491D-858B-9759A2D31F29}" dt="2024-09-01T17:08:09.391" v="35"/>
          <ac:picMkLst>
            <pc:docMk/>
            <pc:sldMk cId="3147142891" sldId="295"/>
            <ac:picMk id="3" creationId="{83D298E4-BCD5-8B0B-A116-29946D194219}"/>
          </ac:picMkLst>
        </pc:picChg>
        <pc:picChg chg="del">
          <ac:chgData name="Nikhil Govil" userId="a9719a31b8046b64" providerId="LiveId" clId="{53955EB2-9E6E-491D-858B-9759A2D31F29}" dt="2024-09-01T17:07:45.936" v="24" actId="478"/>
          <ac:picMkLst>
            <pc:docMk/>
            <pc:sldMk cId="3147142891" sldId="295"/>
            <ac:picMk id="4" creationId="{00000000-0000-0000-0000-000000000000}"/>
          </ac:picMkLst>
        </pc:picChg>
      </pc:sldChg>
      <pc:sldChg chg="addSp delSp modSp mod modAnim">
        <pc:chgData name="Nikhil Govil" userId="a9719a31b8046b64" providerId="LiveId" clId="{53955EB2-9E6E-491D-858B-9759A2D31F29}" dt="2024-09-01T17:32:19.986" v="53" actId="1076"/>
        <pc:sldMkLst>
          <pc:docMk/>
          <pc:sldMk cId="526769303" sldId="296"/>
        </pc:sldMkLst>
        <pc:spChg chg="mod">
          <ac:chgData name="Nikhil Govil" userId="a9719a31b8046b64" providerId="LiveId" clId="{53955EB2-9E6E-491D-858B-9759A2D31F29}" dt="2024-09-01T17:32:19.986" v="53" actId="1076"/>
          <ac:spMkLst>
            <pc:docMk/>
            <pc:sldMk cId="526769303" sldId="296"/>
            <ac:spMk id="5" creationId="{00000000-0000-0000-0000-000000000000}"/>
          </ac:spMkLst>
        </pc:spChg>
        <pc:picChg chg="add mod">
          <ac:chgData name="Nikhil Govil" userId="a9719a31b8046b64" providerId="LiveId" clId="{53955EB2-9E6E-491D-858B-9759A2D31F29}" dt="2024-09-01T17:08:11.242" v="36"/>
          <ac:picMkLst>
            <pc:docMk/>
            <pc:sldMk cId="526769303" sldId="296"/>
            <ac:picMk id="3" creationId="{FC16B650-4B19-ECDE-8504-72AF7B488AF5}"/>
          </ac:picMkLst>
        </pc:picChg>
        <pc:picChg chg="del">
          <ac:chgData name="Nikhil Govil" userId="a9719a31b8046b64" providerId="LiveId" clId="{53955EB2-9E6E-491D-858B-9759A2D31F29}" dt="2024-09-01T17:07:47.499" v="25" actId="478"/>
          <ac:picMkLst>
            <pc:docMk/>
            <pc:sldMk cId="526769303" sldId="296"/>
            <ac:picMk id="4" creationId="{00000000-0000-0000-0000-000000000000}"/>
          </ac:picMkLst>
        </pc:picChg>
      </pc:sldChg>
      <pc:sldChg chg="addSp delSp modSp mod">
        <pc:chgData name="Nikhil Govil" userId="a9719a31b8046b64" providerId="LiveId" clId="{53955EB2-9E6E-491D-858B-9759A2D31F29}" dt="2024-09-01T17:33:16.243" v="72" actId="1076"/>
        <pc:sldMkLst>
          <pc:docMk/>
          <pc:sldMk cId="3557803346" sldId="297"/>
        </pc:sldMkLst>
        <pc:spChg chg="mod">
          <ac:chgData name="Nikhil Govil" userId="a9719a31b8046b64" providerId="LiveId" clId="{53955EB2-9E6E-491D-858B-9759A2D31F29}" dt="2024-09-01T17:33:16.243" v="72" actId="1076"/>
          <ac:spMkLst>
            <pc:docMk/>
            <pc:sldMk cId="3557803346" sldId="297"/>
            <ac:spMk id="2" creationId="{00000000-0000-0000-0000-000000000000}"/>
          </ac:spMkLst>
        </pc:spChg>
        <pc:spChg chg="mod">
          <ac:chgData name="Nikhil Govil" userId="a9719a31b8046b64" providerId="LiveId" clId="{53955EB2-9E6E-491D-858B-9759A2D31F29}" dt="2024-09-01T17:33:11.890" v="71" actId="20577"/>
          <ac:spMkLst>
            <pc:docMk/>
            <pc:sldMk cId="3557803346" sldId="297"/>
            <ac:spMk id="5" creationId="{00000000-0000-0000-0000-000000000000}"/>
          </ac:spMkLst>
        </pc:spChg>
        <pc:picChg chg="add mod">
          <ac:chgData name="Nikhil Govil" userId="a9719a31b8046b64" providerId="LiveId" clId="{53955EB2-9E6E-491D-858B-9759A2D31F29}" dt="2024-09-01T17:08:20.493" v="39"/>
          <ac:picMkLst>
            <pc:docMk/>
            <pc:sldMk cId="3557803346" sldId="297"/>
            <ac:picMk id="3" creationId="{D1903A4B-0FD1-6C48-0A80-76C4DAB7577A}"/>
          </ac:picMkLst>
        </pc:picChg>
        <pc:picChg chg="del">
          <ac:chgData name="Nikhil Govil" userId="a9719a31b8046b64" providerId="LiveId" clId="{53955EB2-9E6E-491D-858B-9759A2D31F29}" dt="2024-09-01T17:07:51.877" v="27" actId="478"/>
          <ac:picMkLst>
            <pc:docMk/>
            <pc:sldMk cId="3557803346" sldId="297"/>
            <ac:picMk id="4" creationId="{00000000-0000-0000-0000-000000000000}"/>
          </ac:picMkLst>
        </pc:picChg>
      </pc:sldChg>
      <pc:sldChg chg="addSp delSp modSp add mod">
        <pc:chgData name="Nikhil Govil" userId="a9719a31b8046b64" providerId="LiveId" clId="{53955EB2-9E6E-491D-858B-9759A2D31F29}" dt="2024-09-01T17:31:23.384" v="46" actId="1076"/>
        <pc:sldMkLst>
          <pc:docMk/>
          <pc:sldMk cId="1681087341" sldId="298"/>
        </pc:sldMkLst>
        <pc:spChg chg="mod">
          <ac:chgData name="Nikhil Govil" userId="a9719a31b8046b64" providerId="LiveId" clId="{53955EB2-9E6E-491D-858B-9759A2D31F29}" dt="2024-09-01T17:06:54.120" v="10" actId="20577"/>
          <ac:spMkLst>
            <pc:docMk/>
            <pc:sldMk cId="1681087341" sldId="298"/>
            <ac:spMk id="3" creationId="{00000000-0000-0000-0000-000000000000}"/>
          </ac:spMkLst>
        </pc:spChg>
        <pc:picChg chg="add mod">
          <ac:chgData name="Nikhil Govil" userId="a9719a31b8046b64" providerId="LiveId" clId="{53955EB2-9E6E-491D-858B-9759A2D31F29}" dt="2024-09-01T17:31:23.384" v="46" actId="1076"/>
          <ac:picMkLst>
            <pc:docMk/>
            <pc:sldMk cId="1681087341" sldId="298"/>
            <ac:picMk id="2" creationId="{D31BB3BB-EF77-EF45-8A58-D07447082644}"/>
          </ac:picMkLst>
        </pc:picChg>
        <pc:picChg chg="del">
          <ac:chgData name="Nikhil Govil" userId="a9719a31b8046b64" providerId="LiveId" clId="{53955EB2-9E6E-491D-858B-9759A2D31F29}" dt="2024-09-01T17:06:43.480" v="3" actId="478"/>
          <ac:picMkLst>
            <pc:docMk/>
            <pc:sldMk cId="1681087341" sldId="298"/>
            <ac:picMk id="4" creationId="{B481A4F0-5532-EA08-4988-D7FE4F56919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662F1D-DDF7-4D25-969F-9E189E70E25A}" type="datetimeFigureOut">
              <a:rPr lang="en-US" smtClean="0"/>
              <a:t>9/1/2024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EB1ED7-0276-4BA5-A6E3-6345F5A3A612}" type="slidenum">
              <a:rPr lang="en-US" smtClean="0"/>
              <a:t>‹#›</a:t>
            </a:fld>
            <a:endParaRPr lang="en-US"/>
          </a:p>
        </p:txBody>
      </p:sp>
    </p:spTree>
    <p:extLst>
      <p:ext uri="{BB962C8B-B14F-4D97-AF65-F5344CB8AC3E}">
        <p14:creationId xmlns:p14="http://schemas.microsoft.com/office/powerpoint/2010/main" val="1574784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A7193A4-5682-4857-B400-E2CC1F3E3D88}" type="datetimeFigureOut">
              <a:rPr lang="en-US" smtClean="0"/>
              <a:t>9/1/2024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4828788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7193A4-5682-4857-B400-E2CC1F3E3D88}" type="datetimeFigureOut">
              <a:rPr lang="en-US" smtClean="0"/>
              <a:t>9/1/2024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1653420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A7193A4-5682-4857-B400-E2CC1F3E3D88}" type="datetimeFigureOut">
              <a:rPr lang="en-US" smtClean="0"/>
              <a:t>9/1/2024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9164977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A7193A4-5682-4857-B400-E2CC1F3E3D88}" type="datetimeFigureOut">
              <a:rPr lang="en-US" smtClean="0"/>
              <a:t>9/1/2024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926122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A7193A4-5682-4857-B400-E2CC1F3E3D88}" type="datetimeFigureOut">
              <a:rPr lang="en-US" smtClean="0"/>
              <a:t>9/1/2024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41909998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A7193A4-5682-4857-B400-E2CC1F3E3D88}" type="datetimeFigureOut">
              <a:rPr lang="en-US" smtClean="0"/>
              <a:t>9/1/2024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993653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7193A4-5682-4857-B400-E2CC1F3E3D88}" type="datetimeFigureOut">
              <a:rPr lang="en-US" smtClean="0"/>
              <a:t>9/1/2024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32846822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A7193A4-5682-4857-B400-E2CC1F3E3D88}" type="datetimeFigureOut">
              <a:rPr lang="en-US" smtClean="0"/>
              <a:t>9/1/2024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715084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A7193A4-5682-4857-B400-E2CC1F3E3D88}" type="datetimeFigureOut">
              <a:rPr lang="en-US" smtClean="0"/>
              <a:t>9/1/2024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9469115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7193A4-5682-4857-B400-E2CC1F3E3D88}" type="datetimeFigureOut">
              <a:rPr lang="en-US" smtClean="0"/>
              <a:t>9/1/2024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40039050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A7193A4-5682-4857-B400-E2CC1F3E3D88}" type="datetimeFigureOut">
              <a:rPr lang="en-US" smtClean="0"/>
              <a:t>9/1/2024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3A87CC-9811-4CA2-8053-9B67883B0DF8}" type="slidenum">
              <a:rPr lang="en-US" smtClean="0"/>
              <a:t>‹#›</a:t>
            </a:fld>
            <a:endParaRPr lang="en-US"/>
          </a:p>
        </p:txBody>
      </p:sp>
    </p:spTree>
    <p:extLst>
      <p:ext uri="{BB962C8B-B14F-4D97-AF65-F5344CB8AC3E}">
        <p14:creationId xmlns:p14="http://schemas.microsoft.com/office/powerpoint/2010/main" val="2927174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A7193A4-5682-4857-B400-E2CC1F3E3D88}" type="datetimeFigureOut">
              <a:rPr lang="en-US" smtClean="0"/>
              <a:t>9/1/2024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3A87CC-9811-4CA2-8053-9B67883B0DF8}" type="slidenum">
              <a:rPr lang="en-US" smtClean="0"/>
              <a:t>‹#›</a:t>
            </a:fld>
            <a:endParaRPr lang="en-US"/>
          </a:p>
        </p:txBody>
      </p:sp>
    </p:spTree>
    <p:extLst>
      <p:ext uri="{BB962C8B-B14F-4D97-AF65-F5344CB8AC3E}">
        <p14:creationId xmlns:p14="http://schemas.microsoft.com/office/powerpoint/2010/main" val="30295985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941365" y="2492467"/>
            <a:ext cx="6773725" cy="681934"/>
          </a:xfrm>
        </p:spPr>
        <p:txBody>
          <a:bodyPr>
            <a:noAutofit/>
          </a:bodyPr>
          <a:lstStyle/>
          <a:p>
            <a:r>
              <a:rPr lang="en-US" sz="4000" dirty="0">
                <a:latin typeface="Times New Roman" panose="02020603050405020304" pitchFamily="18" charset="0"/>
                <a:cs typeface="Times New Roman" panose="02020603050405020304" pitchFamily="18" charset="0"/>
              </a:rPr>
              <a:t>Topic:</a:t>
            </a:r>
            <a:r>
              <a:rPr lang="en-US" sz="4000" dirty="0">
                <a:solidFill>
                  <a:srgbClr val="FF0000"/>
                </a:solidFill>
                <a:latin typeface="Times New Roman" panose="02020603050405020304" pitchFamily="18" charset="0"/>
                <a:cs typeface="Times New Roman" panose="02020603050405020304" pitchFamily="18" charset="0"/>
              </a:rPr>
              <a:t> XP Framework</a:t>
            </a:r>
          </a:p>
        </p:txBody>
      </p:sp>
      <p:sp>
        <p:nvSpPr>
          <p:cNvPr id="8" name="Subtitle 2"/>
          <p:cNvSpPr txBox="1">
            <a:spLocks/>
          </p:cNvSpPr>
          <p:nvPr/>
        </p:nvSpPr>
        <p:spPr>
          <a:xfrm>
            <a:off x="1756228" y="1786955"/>
            <a:ext cx="9144000" cy="68193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4000" dirty="0">
                <a:latin typeface="Times New Roman" panose="02020603050405020304" pitchFamily="18" charset="0"/>
                <a:cs typeface="Times New Roman" panose="02020603050405020304" pitchFamily="18" charset="0"/>
              </a:rPr>
              <a:t>Agile Software Development</a:t>
            </a:r>
            <a:endParaRPr lang="en-US" sz="4000" dirty="0">
              <a:solidFill>
                <a:srgbClr val="00B050"/>
              </a:solidFill>
              <a:latin typeface="Times New Roman" panose="02020603050405020304" pitchFamily="18" charset="0"/>
              <a:cs typeface="Times New Roman" panose="02020603050405020304" pitchFamily="18" charset="0"/>
            </a:endParaRPr>
          </a:p>
        </p:txBody>
      </p:sp>
      <p:sp>
        <p:nvSpPr>
          <p:cNvPr id="6" name="Subtitle 2"/>
          <p:cNvSpPr txBox="1">
            <a:spLocks/>
          </p:cNvSpPr>
          <p:nvPr/>
        </p:nvSpPr>
        <p:spPr>
          <a:xfrm>
            <a:off x="0" y="5624053"/>
            <a:ext cx="12191999" cy="1233948"/>
          </a:xfrm>
          <a:prstGeom prst="rect">
            <a:avLst/>
          </a:prstGeom>
          <a:solidFill>
            <a:schemeClr val="accent6">
              <a:lumMod val="75000"/>
            </a:schemeClr>
          </a:solid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b="1" dirty="0">
                <a:solidFill>
                  <a:srgbClr val="FFFF00"/>
                </a:solidFill>
                <a:latin typeface="Souvenir" panose="02000503000000020003" pitchFamily="2" charset="0"/>
                <a:cs typeface="Times New Roman" panose="02020603050405020304" pitchFamily="18" charset="0"/>
              </a:rPr>
              <a:t>Dr. Nikhil Govil</a:t>
            </a:r>
          </a:p>
          <a:p>
            <a:r>
              <a:rPr lang="en-US" sz="2800" dirty="0">
                <a:solidFill>
                  <a:srgbClr val="FFFF00"/>
                </a:solidFill>
                <a:latin typeface="Souvenir" panose="02000503000000020003" pitchFamily="2" charset="0"/>
                <a:cs typeface="Times New Roman" panose="02020603050405020304" pitchFamily="18" charset="0"/>
              </a:rPr>
              <a:t>Associate Professor, Program Coordinator – B.Tech. (CSE), Dept. of CEA</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1278" y="109031"/>
            <a:ext cx="2909443" cy="1654346"/>
          </a:xfrm>
          <a:prstGeom prst="rect">
            <a:avLst/>
          </a:prstGeom>
        </p:spPr>
      </p:pic>
      <p:pic>
        <p:nvPicPr>
          <p:cNvPr id="2" name="Picture 1">
            <a:extLst>
              <a:ext uri="{FF2B5EF4-FFF2-40B4-BE49-F238E27FC236}">
                <a16:creationId xmlns:a16="http://schemas.microsoft.com/office/drawing/2014/main" id="{D31BB3BB-EF77-EF45-8A58-D074470826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9872" y="3197979"/>
            <a:ext cx="3336709" cy="2244098"/>
          </a:xfrm>
          <a:prstGeom prst="rect">
            <a:avLst/>
          </a:prstGeom>
        </p:spPr>
      </p:pic>
    </p:spTree>
    <p:extLst>
      <p:ext uri="{BB962C8B-B14F-4D97-AF65-F5344CB8AC3E}">
        <p14:creationId xmlns:p14="http://schemas.microsoft.com/office/powerpoint/2010/main" val="168108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Extreme Programming (XP)</a:t>
            </a:r>
          </a:p>
        </p:txBody>
      </p:sp>
      <p:sp>
        <p:nvSpPr>
          <p:cNvPr id="5" name="Content Placeholder 2"/>
          <p:cNvSpPr>
            <a:spLocks noGrp="1"/>
          </p:cNvSpPr>
          <p:nvPr>
            <p:ph idx="1"/>
          </p:nvPr>
        </p:nvSpPr>
        <p:spPr>
          <a:xfrm>
            <a:off x="648929" y="1457054"/>
            <a:ext cx="10899058" cy="5164972"/>
          </a:xfrm>
        </p:spPr>
        <p:txBody>
          <a:bodyPr>
            <a:normAutofit fontScale="92500" lnSpcReduction="10000"/>
          </a:bodyPr>
          <a:lstStyle/>
          <a:p>
            <a:pPr algn="just"/>
            <a:r>
              <a:rPr lang="en-US" sz="3200" dirty="0">
                <a:latin typeface="Times New Roman" panose="02020603050405020304" pitchFamily="18" charset="0"/>
                <a:cs typeface="Times New Roman" panose="02020603050405020304" pitchFamily="18" charset="0"/>
              </a:rPr>
              <a:t>Extreme Programming (XP) is an Agile software development framework that aims to produce higher quality software.</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XP is a lightweight, efficient, low-risk, flexible, predictable, scientific, &amp; fun way to develop a software.</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XP was developed by Kent Beck in 1990s to address the specific needs of software development by small teams in the face of vague &amp; changing requirements.</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It advocates frequent "releases" in short development cycles.</a:t>
            </a:r>
          </a:p>
        </p:txBody>
      </p:sp>
      <p:pic>
        <p:nvPicPr>
          <p:cNvPr id="3" name="Picture 2" descr="C:\Users\User\Desktop\NAAC\gla-full.png">
            <a:extLst>
              <a:ext uri="{FF2B5EF4-FFF2-40B4-BE49-F238E27FC236}">
                <a16:creationId xmlns:a16="http://schemas.microsoft.com/office/drawing/2014/main" id="{0F005A2A-5E91-D04C-D5A1-7B0C30936296}"/>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2321678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 calcmode="lin" valueType="num">
                                      <p:cBhvr additive="base">
                                        <p:cTn id="13"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anim calcmode="lin" valueType="num">
                                      <p:cBhvr additive="base">
                                        <p:cTn id="1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 calcmode="lin" valueType="num">
                                      <p:cBhvr additive="base">
                                        <p:cTn id="25"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Values of Extreme Programming</a:t>
            </a:r>
          </a:p>
        </p:txBody>
      </p:sp>
      <p:sp>
        <p:nvSpPr>
          <p:cNvPr id="5" name="Content Placeholder 2"/>
          <p:cNvSpPr>
            <a:spLocks noGrp="1"/>
          </p:cNvSpPr>
          <p:nvPr>
            <p:ph idx="1"/>
          </p:nvPr>
        </p:nvSpPr>
        <p:spPr>
          <a:xfrm>
            <a:off x="958645" y="1457054"/>
            <a:ext cx="10309123" cy="5032236"/>
          </a:xfrm>
        </p:spPr>
        <p:txBody>
          <a:bodyPr>
            <a:normAutofit fontScale="92500" lnSpcReduction="20000"/>
          </a:bodyPr>
          <a:lstStyle/>
          <a:p>
            <a:pPr marL="0" indent="0" algn="just">
              <a:buNone/>
            </a:pPr>
            <a:r>
              <a:rPr lang="en-US" sz="3200" dirty="0">
                <a:latin typeface="Times New Roman" panose="02020603050405020304" pitchFamily="18" charset="0"/>
                <a:cs typeface="Times New Roman" panose="02020603050405020304" pitchFamily="18" charset="0"/>
              </a:rPr>
              <a:t>XP has simple rules that are based on 5 values:</a:t>
            </a:r>
          </a:p>
          <a:p>
            <a:pPr marL="0" indent="0" algn="just">
              <a:buNone/>
            </a:pPr>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Communication</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Simplicity</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Feedback</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Respect &amp;</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Courage</a:t>
            </a:r>
          </a:p>
        </p:txBody>
      </p:sp>
      <p:pic>
        <p:nvPicPr>
          <p:cNvPr id="3" name="Picture 2" descr="C:\Users\User\Desktop\NAAC\gla-full.png">
            <a:extLst>
              <a:ext uri="{FF2B5EF4-FFF2-40B4-BE49-F238E27FC236}">
                <a16:creationId xmlns:a16="http://schemas.microsoft.com/office/drawing/2014/main" id="{28E2F282-5F41-DF3E-5B15-C5DBAB4A5CB2}"/>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1342451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 calcmode="lin" valueType="num">
                                      <p:cBhvr additive="base">
                                        <p:cTn id="1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anim calcmode="lin" valueType="num">
                                      <p:cBhvr additive="base">
                                        <p:cTn id="19"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anim calcmode="lin" valueType="num">
                                      <p:cBhvr additive="base">
                                        <p:cTn id="2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anim calcmode="lin" valueType="num">
                                      <p:cBhvr additive="base">
                                        <p:cTn id="31"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173065" cy="962230"/>
          </a:xfrm>
        </p:spPr>
        <p:txBody>
          <a:bodyPr>
            <a:normAutofit fontScale="90000"/>
          </a:bodyPr>
          <a:lstStyle/>
          <a:p>
            <a:r>
              <a:rPr lang="en-US" b="1" u="sng" dirty="0">
                <a:latin typeface="Times New Roman" panose="02020603050405020304" pitchFamily="18" charset="0"/>
                <a:cs typeface="Times New Roman" panose="02020603050405020304" pitchFamily="18" charset="0"/>
              </a:rPr>
              <a:t>Principles of Extreme Programming</a:t>
            </a:r>
          </a:p>
        </p:txBody>
      </p:sp>
      <p:sp>
        <p:nvSpPr>
          <p:cNvPr id="5" name="Content Placeholder 2"/>
          <p:cNvSpPr>
            <a:spLocks noGrp="1"/>
          </p:cNvSpPr>
          <p:nvPr>
            <p:ph idx="1"/>
          </p:nvPr>
        </p:nvSpPr>
        <p:spPr>
          <a:xfrm>
            <a:off x="958645" y="1457054"/>
            <a:ext cx="10309123" cy="5032236"/>
          </a:xfrm>
        </p:spPr>
        <p:txBody>
          <a:bodyPr>
            <a:normAutofit fontScale="92500" lnSpcReduction="20000"/>
          </a:bodyPr>
          <a:lstStyle/>
          <a:p>
            <a:pPr marL="0" indent="0" algn="just">
              <a:buNone/>
            </a:pPr>
            <a:r>
              <a:rPr lang="en-US" sz="3200" dirty="0">
                <a:latin typeface="Times New Roman" panose="02020603050405020304" pitchFamily="18" charset="0"/>
                <a:cs typeface="Times New Roman" panose="02020603050405020304" pitchFamily="18" charset="0"/>
              </a:rPr>
              <a:t>XP is based on following 5 principles:</a:t>
            </a:r>
          </a:p>
          <a:p>
            <a:pPr marL="0" indent="0" algn="just">
              <a:buNone/>
            </a:pPr>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Rapid feedback</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Assumed simplicity</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Incremental changes</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Embracing change &amp;</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Quality work</a:t>
            </a:r>
          </a:p>
        </p:txBody>
      </p:sp>
      <p:pic>
        <p:nvPicPr>
          <p:cNvPr id="3" name="Picture 2" descr="C:\Users\User\Desktop\NAAC\gla-full.png">
            <a:extLst>
              <a:ext uri="{FF2B5EF4-FFF2-40B4-BE49-F238E27FC236}">
                <a16:creationId xmlns:a16="http://schemas.microsoft.com/office/drawing/2014/main" id="{90EB5270-52D6-1D5D-1E95-39EAD3E1119F}"/>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138473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 calcmode="lin" valueType="num">
                                      <p:cBhvr additive="base">
                                        <p:cTn id="1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anim calcmode="lin" valueType="num">
                                      <p:cBhvr additive="base">
                                        <p:cTn id="19"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anim calcmode="lin" valueType="num">
                                      <p:cBhvr additive="base">
                                        <p:cTn id="2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anim calcmode="lin" valueType="num">
                                      <p:cBhvr additive="base">
                                        <p:cTn id="31"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Extreme Programming Practices</a:t>
            </a:r>
          </a:p>
        </p:txBody>
      </p:sp>
      <p:sp>
        <p:nvSpPr>
          <p:cNvPr id="5" name="Content Placeholder 2"/>
          <p:cNvSpPr>
            <a:spLocks noGrp="1"/>
          </p:cNvSpPr>
          <p:nvPr>
            <p:ph idx="1"/>
          </p:nvPr>
        </p:nvSpPr>
        <p:spPr>
          <a:xfrm>
            <a:off x="958645" y="1457054"/>
            <a:ext cx="10309123" cy="5032236"/>
          </a:xfrm>
        </p:spPr>
        <p:txBody>
          <a:bodyPr>
            <a:normAutofit fontScale="92500" lnSpcReduction="20000"/>
          </a:bodyPr>
          <a:lstStyle/>
          <a:p>
            <a:pPr marL="0" indent="0" algn="just">
              <a:buNone/>
            </a:pPr>
            <a:r>
              <a:rPr lang="en-US" sz="3200" dirty="0">
                <a:latin typeface="Times New Roman" panose="02020603050405020304" pitchFamily="18" charset="0"/>
                <a:cs typeface="Times New Roman" panose="02020603050405020304" pitchFamily="18" charset="0"/>
              </a:rPr>
              <a:t>Extreme programming has been described as having 12 practices, grouped into four areas:</a:t>
            </a: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r>
              <a:rPr lang="en-US" sz="3200" dirty="0">
                <a:latin typeface="Times New Roman" panose="02020603050405020304" pitchFamily="18" charset="0"/>
                <a:cs typeface="Times New Roman" panose="02020603050405020304" pitchFamily="18" charset="0"/>
              </a:rPr>
              <a:t>Fine-scale feedback				</a:t>
            </a:r>
          </a:p>
          <a:p>
            <a:pPr algn="just"/>
            <a:r>
              <a:rPr lang="en-US" sz="3200" dirty="0">
                <a:solidFill>
                  <a:srgbClr val="0070C0"/>
                </a:solidFill>
                <a:latin typeface="Times New Roman" panose="02020603050405020304" pitchFamily="18" charset="0"/>
                <a:cs typeface="Times New Roman" panose="02020603050405020304" pitchFamily="18" charset="0"/>
              </a:rPr>
              <a:t>Pair programming</a:t>
            </a:r>
          </a:p>
          <a:p>
            <a:pPr algn="just"/>
            <a:r>
              <a:rPr lang="en-US" sz="3200" dirty="0">
                <a:solidFill>
                  <a:srgbClr val="0070C0"/>
                </a:solidFill>
                <a:latin typeface="Times New Roman" panose="02020603050405020304" pitchFamily="18" charset="0"/>
                <a:cs typeface="Times New Roman" panose="02020603050405020304" pitchFamily="18" charset="0"/>
              </a:rPr>
              <a:t>Planning game</a:t>
            </a:r>
          </a:p>
          <a:p>
            <a:pPr algn="just"/>
            <a:r>
              <a:rPr lang="en-US" sz="3200" dirty="0">
                <a:solidFill>
                  <a:srgbClr val="0070C0"/>
                </a:solidFill>
                <a:latin typeface="Times New Roman" panose="02020603050405020304" pitchFamily="18" charset="0"/>
                <a:cs typeface="Times New Roman" panose="02020603050405020304" pitchFamily="18" charset="0"/>
              </a:rPr>
              <a:t>Test-driven development</a:t>
            </a:r>
          </a:p>
          <a:p>
            <a:pPr algn="just"/>
            <a:r>
              <a:rPr lang="en-US" sz="3200" dirty="0">
                <a:solidFill>
                  <a:srgbClr val="0070C0"/>
                </a:solidFill>
                <a:latin typeface="Times New Roman" panose="02020603050405020304" pitchFamily="18" charset="0"/>
                <a:cs typeface="Times New Roman" panose="02020603050405020304" pitchFamily="18" charset="0"/>
              </a:rPr>
              <a:t>Whole team</a:t>
            </a:r>
          </a:p>
          <a:p>
            <a:pPr marL="0" indent="0" algn="just">
              <a:buNone/>
            </a:pPr>
            <a:endParaRPr lang="en-US" sz="3200" dirty="0">
              <a:latin typeface="Times New Roman" panose="02020603050405020304" pitchFamily="18" charset="0"/>
              <a:cs typeface="Times New Roman" panose="02020603050405020304" pitchFamily="18" charset="0"/>
            </a:endParaRPr>
          </a:p>
          <a:p>
            <a:pPr marL="0" indent="0" algn="just">
              <a:buNone/>
            </a:pPr>
            <a:r>
              <a:rPr lang="en-US" sz="3200" dirty="0">
                <a:latin typeface="Times New Roman" panose="02020603050405020304" pitchFamily="18" charset="0"/>
                <a:cs typeface="Times New Roman" panose="02020603050405020304" pitchFamily="18" charset="0"/>
              </a:rPr>
              <a:t>Programmer welfare</a:t>
            </a:r>
          </a:p>
          <a:p>
            <a:pPr algn="just"/>
            <a:r>
              <a:rPr lang="en-US" sz="3200" dirty="0">
                <a:solidFill>
                  <a:srgbClr val="0070C0"/>
                </a:solidFill>
                <a:latin typeface="Times New Roman" panose="02020603050405020304" pitchFamily="18" charset="0"/>
                <a:cs typeface="Times New Roman" panose="02020603050405020304" pitchFamily="18" charset="0"/>
              </a:rPr>
              <a:t>Sustainable pace</a:t>
            </a:r>
          </a:p>
        </p:txBody>
      </p:sp>
      <p:pic>
        <p:nvPicPr>
          <p:cNvPr id="3" name="Picture 2" descr="C:\Users\User\Desktop\NAAC\gla-full.png">
            <a:extLst>
              <a:ext uri="{FF2B5EF4-FFF2-40B4-BE49-F238E27FC236}">
                <a16:creationId xmlns:a16="http://schemas.microsoft.com/office/drawing/2014/main" id="{55ADCDA3-D5FE-F020-10B2-5BF69796A5C4}"/>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2003098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wipe(down)">
                                      <p:cBhvr>
                                        <p:cTn id="13" dur="500"/>
                                        <p:tgtEl>
                                          <p:spTgt spid="5">
                                            <p:txEl>
                                              <p:pRg st="3" end="3"/>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wipe(down)">
                                      <p:cBhvr>
                                        <p:cTn id="16" dur="500"/>
                                        <p:tgtEl>
                                          <p:spTgt spid="5">
                                            <p:txEl>
                                              <p:pRg st="4" end="4"/>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animEffect transition="in" filter="wipe(down)">
                                      <p:cBhvr>
                                        <p:cTn id="19" dur="500"/>
                                        <p:tgtEl>
                                          <p:spTgt spid="5">
                                            <p:txEl>
                                              <p:pRg st="5" end="5"/>
                                            </p:txEl>
                                          </p:spTgt>
                                        </p:tgtEl>
                                      </p:cBhvr>
                                    </p:animEffect>
                                  </p:childTnLst>
                                </p:cTn>
                              </p:par>
                              <p:par>
                                <p:cTn id="20" presetID="22" presetClass="entr" presetSubtype="4" fill="hold" nodeType="with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wipe(down)">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 calcmode="lin" valueType="num">
                                      <p:cBhvr additive="base">
                                        <p:cTn id="27"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5">
                                            <p:txEl>
                                              <p:pRg st="9" end="9"/>
                                            </p:txEl>
                                          </p:spTgt>
                                        </p:tgtEl>
                                        <p:attrNameLst>
                                          <p:attrName>style.visibility</p:attrName>
                                        </p:attrNameLst>
                                      </p:cBhvr>
                                      <p:to>
                                        <p:strVal val="visible"/>
                                      </p:to>
                                    </p:set>
                                    <p:animEffect transition="in" filter="wipe(down)">
                                      <p:cBhvr>
                                        <p:cTn id="33" dur="500"/>
                                        <p:tgtEl>
                                          <p:spTgt spid="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Extreme Programming Practices</a:t>
            </a:r>
          </a:p>
        </p:txBody>
      </p:sp>
      <p:sp>
        <p:nvSpPr>
          <p:cNvPr id="5" name="Content Placeholder 2"/>
          <p:cNvSpPr>
            <a:spLocks noGrp="1"/>
          </p:cNvSpPr>
          <p:nvPr>
            <p:ph idx="1"/>
          </p:nvPr>
        </p:nvSpPr>
        <p:spPr>
          <a:xfrm>
            <a:off x="958645" y="1457054"/>
            <a:ext cx="10309123" cy="5032236"/>
          </a:xfrm>
        </p:spPr>
        <p:txBody>
          <a:bodyPr>
            <a:normAutofit lnSpcReduction="10000"/>
          </a:bodyPr>
          <a:lstStyle/>
          <a:p>
            <a:pPr marL="0" indent="0" algn="just">
              <a:buNone/>
            </a:pPr>
            <a:r>
              <a:rPr lang="en-US" sz="3200" dirty="0">
                <a:latin typeface="Times New Roman" panose="02020603050405020304" pitchFamily="18" charset="0"/>
                <a:cs typeface="Times New Roman" panose="02020603050405020304" pitchFamily="18" charset="0"/>
              </a:rPr>
              <a:t>Continuous process</a:t>
            </a:r>
          </a:p>
          <a:p>
            <a:pPr algn="just"/>
            <a:r>
              <a:rPr lang="en-US" sz="3200" dirty="0">
                <a:solidFill>
                  <a:srgbClr val="0070C0"/>
                </a:solidFill>
                <a:latin typeface="Times New Roman" panose="02020603050405020304" pitchFamily="18" charset="0"/>
                <a:cs typeface="Times New Roman" panose="02020603050405020304" pitchFamily="18" charset="0"/>
              </a:rPr>
              <a:t>Continuous integration</a:t>
            </a:r>
          </a:p>
          <a:p>
            <a:pPr algn="just"/>
            <a:r>
              <a:rPr lang="en-US" sz="3200" dirty="0">
                <a:solidFill>
                  <a:srgbClr val="0070C0"/>
                </a:solidFill>
                <a:latin typeface="Times New Roman" panose="02020603050405020304" pitchFamily="18" charset="0"/>
                <a:cs typeface="Times New Roman" panose="02020603050405020304" pitchFamily="18" charset="0"/>
              </a:rPr>
              <a:t>Refactoring or design improvement</a:t>
            </a:r>
          </a:p>
          <a:p>
            <a:pPr algn="just"/>
            <a:r>
              <a:rPr lang="en-US" sz="3200" dirty="0">
                <a:solidFill>
                  <a:srgbClr val="0070C0"/>
                </a:solidFill>
                <a:latin typeface="Times New Roman" panose="02020603050405020304" pitchFamily="18" charset="0"/>
                <a:cs typeface="Times New Roman" panose="02020603050405020304" pitchFamily="18" charset="0"/>
              </a:rPr>
              <a:t>Small releases</a:t>
            </a:r>
          </a:p>
          <a:p>
            <a:pPr marL="0" indent="0" algn="just">
              <a:buNone/>
            </a:pPr>
            <a:endParaRPr lang="en-US" sz="3200" dirty="0">
              <a:solidFill>
                <a:srgbClr val="0070C0"/>
              </a:solidFill>
              <a:latin typeface="Times New Roman" panose="02020603050405020304" pitchFamily="18" charset="0"/>
              <a:cs typeface="Times New Roman" panose="02020603050405020304" pitchFamily="18" charset="0"/>
            </a:endParaRPr>
          </a:p>
          <a:p>
            <a:pPr marL="0" indent="0" algn="just">
              <a:buNone/>
            </a:pPr>
            <a:r>
              <a:rPr lang="en-US" sz="3200" dirty="0">
                <a:latin typeface="Times New Roman" panose="02020603050405020304" pitchFamily="18" charset="0"/>
                <a:cs typeface="Times New Roman" panose="02020603050405020304" pitchFamily="18" charset="0"/>
              </a:rPr>
              <a:t>Shared understanding</a:t>
            </a:r>
          </a:p>
          <a:p>
            <a:pPr algn="just"/>
            <a:r>
              <a:rPr lang="en-US" sz="3200" dirty="0">
                <a:solidFill>
                  <a:srgbClr val="0070C0"/>
                </a:solidFill>
                <a:latin typeface="Times New Roman" panose="02020603050405020304" pitchFamily="18" charset="0"/>
                <a:cs typeface="Times New Roman" panose="02020603050405020304" pitchFamily="18" charset="0"/>
              </a:rPr>
              <a:t>Coding standards</a:t>
            </a:r>
          </a:p>
          <a:p>
            <a:pPr algn="just"/>
            <a:r>
              <a:rPr lang="en-US" sz="3200" dirty="0">
                <a:solidFill>
                  <a:srgbClr val="0070C0"/>
                </a:solidFill>
                <a:latin typeface="Times New Roman" panose="02020603050405020304" pitchFamily="18" charset="0"/>
                <a:cs typeface="Times New Roman" panose="02020603050405020304" pitchFamily="18" charset="0"/>
              </a:rPr>
              <a:t>Collective code ownership</a:t>
            </a:r>
          </a:p>
          <a:p>
            <a:pPr algn="just"/>
            <a:r>
              <a:rPr lang="en-US" sz="3200" dirty="0">
                <a:solidFill>
                  <a:srgbClr val="0070C0"/>
                </a:solidFill>
                <a:latin typeface="Times New Roman" panose="02020603050405020304" pitchFamily="18" charset="0"/>
                <a:cs typeface="Times New Roman" panose="02020603050405020304" pitchFamily="18" charset="0"/>
              </a:rPr>
              <a:t>Simple design</a:t>
            </a:r>
          </a:p>
        </p:txBody>
      </p:sp>
      <p:pic>
        <p:nvPicPr>
          <p:cNvPr id="3" name="Picture 2" descr="C:\Users\User\Desktop\NAAC\gla-full.png">
            <a:extLst>
              <a:ext uri="{FF2B5EF4-FFF2-40B4-BE49-F238E27FC236}">
                <a16:creationId xmlns:a16="http://schemas.microsoft.com/office/drawing/2014/main" id="{D8523208-6183-6FCC-C997-C960AB0865F1}"/>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4222816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Effect transition="in" filter="wipe(down)">
                                      <p:cBhvr>
                                        <p:cTn id="13" dur="500"/>
                                        <p:tgtEl>
                                          <p:spTgt spid="5">
                                            <p:txEl>
                                              <p:pRg st="1" end="1"/>
                                            </p:txEl>
                                          </p:spTgt>
                                        </p:tgtEl>
                                      </p:cBhvr>
                                    </p:animEffect>
                                  </p:childTnLst>
                                </p:cTn>
                              </p:par>
                              <p:par>
                                <p:cTn id="14" presetID="22" presetClass="entr" presetSubtype="4" fill="hold" nodeType="withEffect">
                                  <p:stCondLst>
                                    <p:cond delay="0"/>
                                  </p:stCondLst>
                                  <p:childTnLst>
                                    <p:set>
                                      <p:cBhvr>
                                        <p:cTn id="15" dur="1" fill="hold">
                                          <p:stCondLst>
                                            <p:cond delay="0"/>
                                          </p:stCondLst>
                                        </p:cTn>
                                        <p:tgtEl>
                                          <p:spTgt spid="5">
                                            <p:txEl>
                                              <p:pRg st="2" end="2"/>
                                            </p:txEl>
                                          </p:spTgt>
                                        </p:tgtEl>
                                        <p:attrNameLst>
                                          <p:attrName>style.visibility</p:attrName>
                                        </p:attrNameLst>
                                      </p:cBhvr>
                                      <p:to>
                                        <p:strVal val="visible"/>
                                      </p:to>
                                    </p:set>
                                    <p:animEffect transition="in" filter="wipe(down)">
                                      <p:cBhvr>
                                        <p:cTn id="16" dur="500"/>
                                        <p:tgtEl>
                                          <p:spTgt spid="5">
                                            <p:txEl>
                                              <p:pRg st="2" end="2"/>
                                            </p:txEl>
                                          </p:spTgt>
                                        </p:tgtEl>
                                      </p:cBhvr>
                                    </p:animEffect>
                                  </p:childTnLst>
                                </p:cTn>
                              </p:par>
                              <p:par>
                                <p:cTn id="17" presetID="22" presetClass="entr" presetSubtype="4"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wipe(down)">
                                      <p:cBhvr>
                                        <p:cTn id="19" dur="500"/>
                                        <p:tgtEl>
                                          <p:spTgt spid="5">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 calcmode="lin" valueType="num">
                                      <p:cBhvr additive="base">
                                        <p:cTn id="24"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5">
                                            <p:txEl>
                                              <p:pRg st="6" end="6"/>
                                            </p:txEl>
                                          </p:spTgt>
                                        </p:tgtEl>
                                        <p:attrNameLst>
                                          <p:attrName>style.visibility</p:attrName>
                                        </p:attrNameLst>
                                      </p:cBhvr>
                                      <p:to>
                                        <p:strVal val="visible"/>
                                      </p:to>
                                    </p:set>
                                    <p:animEffect transition="in" filter="wipe(down)">
                                      <p:cBhvr>
                                        <p:cTn id="30" dur="500"/>
                                        <p:tgtEl>
                                          <p:spTgt spid="5">
                                            <p:txEl>
                                              <p:pRg st="6" end="6"/>
                                            </p:txEl>
                                          </p:spTgt>
                                        </p:tgtEl>
                                      </p:cBhvr>
                                    </p:animEffect>
                                  </p:childTnLst>
                                </p:cTn>
                              </p:par>
                              <p:par>
                                <p:cTn id="31" presetID="22" presetClass="entr" presetSubtype="4" fill="hold" nodeType="withEffect">
                                  <p:stCondLst>
                                    <p:cond delay="0"/>
                                  </p:stCondLst>
                                  <p:childTnLst>
                                    <p:set>
                                      <p:cBhvr>
                                        <p:cTn id="32" dur="1" fill="hold">
                                          <p:stCondLst>
                                            <p:cond delay="0"/>
                                          </p:stCondLst>
                                        </p:cTn>
                                        <p:tgtEl>
                                          <p:spTgt spid="5">
                                            <p:txEl>
                                              <p:pRg st="7" end="7"/>
                                            </p:txEl>
                                          </p:spTgt>
                                        </p:tgtEl>
                                        <p:attrNameLst>
                                          <p:attrName>style.visibility</p:attrName>
                                        </p:attrNameLst>
                                      </p:cBhvr>
                                      <p:to>
                                        <p:strVal val="visible"/>
                                      </p:to>
                                    </p:set>
                                    <p:animEffect transition="in" filter="wipe(down)">
                                      <p:cBhvr>
                                        <p:cTn id="33" dur="500"/>
                                        <p:tgtEl>
                                          <p:spTgt spid="5">
                                            <p:txEl>
                                              <p:pRg st="7" end="7"/>
                                            </p:txEl>
                                          </p:spTgt>
                                        </p:tgtEl>
                                      </p:cBhvr>
                                    </p:animEffect>
                                  </p:childTnLst>
                                </p:cTn>
                              </p:par>
                              <p:par>
                                <p:cTn id="34" presetID="22" presetClass="entr" presetSubtype="4" fill="hold" nodeType="withEffect">
                                  <p:stCondLst>
                                    <p:cond delay="0"/>
                                  </p:stCondLst>
                                  <p:childTnLst>
                                    <p:set>
                                      <p:cBhvr>
                                        <p:cTn id="35" dur="1" fill="hold">
                                          <p:stCondLst>
                                            <p:cond delay="0"/>
                                          </p:stCondLst>
                                        </p:cTn>
                                        <p:tgtEl>
                                          <p:spTgt spid="5">
                                            <p:txEl>
                                              <p:pRg st="8" end="8"/>
                                            </p:txEl>
                                          </p:spTgt>
                                        </p:tgtEl>
                                        <p:attrNameLst>
                                          <p:attrName>style.visibility</p:attrName>
                                        </p:attrNameLst>
                                      </p:cBhvr>
                                      <p:to>
                                        <p:strVal val="visible"/>
                                      </p:to>
                                    </p:set>
                                    <p:animEffect transition="in" filter="wipe(down)">
                                      <p:cBhvr>
                                        <p:cTn id="36"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974" y="114404"/>
            <a:ext cx="8173065" cy="962230"/>
          </a:xfrm>
        </p:spPr>
        <p:txBody>
          <a:bodyPr>
            <a:normAutofit fontScale="90000"/>
          </a:bodyPr>
          <a:lstStyle/>
          <a:p>
            <a:r>
              <a:rPr lang="en-US" b="1" u="sng" dirty="0">
                <a:latin typeface="Times New Roman" panose="02020603050405020304" pitchFamily="18" charset="0"/>
                <a:cs typeface="Times New Roman" panose="02020603050405020304" pitchFamily="18" charset="0"/>
              </a:rPr>
              <a:t>XP Practices: Fine Scale Feedback</a:t>
            </a:r>
          </a:p>
        </p:txBody>
      </p:sp>
      <p:sp>
        <p:nvSpPr>
          <p:cNvPr id="5" name="Content Placeholder 2"/>
          <p:cNvSpPr>
            <a:spLocks noGrp="1"/>
          </p:cNvSpPr>
          <p:nvPr>
            <p:ph idx="1"/>
          </p:nvPr>
        </p:nvSpPr>
        <p:spPr>
          <a:xfrm>
            <a:off x="501445" y="1073598"/>
            <a:ext cx="11297265" cy="5636918"/>
          </a:xfrm>
        </p:spPr>
        <p:txBody>
          <a:bodyPr>
            <a:noAutofit/>
          </a:bodyPr>
          <a:lstStyle/>
          <a:p>
            <a:pPr marL="0" indent="0">
              <a:buNone/>
            </a:pPr>
            <a:r>
              <a:rPr lang="en-US" sz="2600" dirty="0">
                <a:latin typeface="Times New Roman" panose="02020603050405020304" pitchFamily="18" charset="0"/>
                <a:cs typeface="Times New Roman" panose="02020603050405020304" pitchFamily="18" charset="0"/>
              </a:rPr>
              <a:t>Pair programming</a:t>
            </a:r>
          </a:p>
          <a:p>
            <a:pPr marL="0" indent="0" algn="just">
              <a:buNone/>
            </a:pPr>
            <a:r>
              <a:rPr lang="en-US" sz="2600" dirty="0">
                <a:solidFill>
                  <a:srgbClr val="0070C0"/>
                </a:solidFill>
                <a:latin typeface="Times New Roman" panose="02020603050405020304" pitchFamily="18" charset="0"/>
                <a:cs typeface="Times New Roman" panose="02020603050405020304" pitchFamily="18" charset="0"/>
              </a:rPr>
              <a:t>This practice requires two programmers to work jointly on the same code. While the first developer focuses on writing, the other one reviews code, suggests improvements, and fixes mistakes along the way.</a:t>
            </a:r>
          </a:p>
          <a:p>
            <a:pPr marL="0" indent="0">
              <a:buNone/>
            </a:pPr>
            <a:r>
              <a:rPr lang="en-US" sz="2600" dirty="0">
                <a:latin typeface="Times New Roman" panose="02020603050405020304" pitchFamily="18" charset="0"/>
                <a:cs typeface="Times New Roman" panose="02020603050405020304" pitchFamily="18" charset="0"/>
              </a:rPr>
              <a:t>Planning game</a:t>
            </a:r>
          </a:p>
          <a:p>
            <a:pPr marL="0" indent="0" algn="just">
              <a:buNone/>
            </a:pPr>
            <a:r>
              <a:rPr lang="en-US" sz="2600" dirty="0">
                <a:solidFill>
                  <a:srgbClr val="0070C0"/>
                </a:solidFill>
                <a:latin typeface="Times New Roman" panose="02020603050405020304" pitchFamily="18" charset="0"/>
                <a:cs typeface="Times New Roman" panose="02020603050405020304" pitchFamily="18" charset="0"/>
              </a:rPr>
              <a:t>This is a meeting that occurs at the beginning of an iteration cycle. The development team and the customer get together to discuss and approve a product’s features.</a:t>
            </a:r>
          </a:p>
          <a:p>
            <a:pPr marL="0" indent="0">
              <a:buNone/>
            </a:pPr>
            <a:r>
              <a:rPr lang="en-US" sz="2600" dirty="0">
                <a:latin typeface="Times New Roman" panose="02020603050405020304" pitchFamily="18" charset="0"/>
                <a:cs typeface="Times New Roman" panose="02020603050405020304" pitchFamily="18" charset="0"/>
              </a:rPr>
              <a:t>Test-driven development</a:t>
            </a:r>
          </a:p>
          <a:p>
            <a:pPr marL="0" indent="0" algn="just">
              <a:buNone/>
            </a:pPr>
            <a:r>
              <a:rPr lang="en-US" sz="2600" dirty="0">
                <a:solidFill>
                  <a:srgbClr val="0070C0"/>
                </a:solidFill>
                <a:latin typeface="Times New Roman" panose="02020603050405020304" pitchFamily="18" charset="0"/>
                <a:cs typeface="Times New Roman" panose="02020603050405020304" pitchFamily="18" charset="0"/>
              </a:rPr>
              <a:t>XP teams practice test-driven development technique (TTD) that entails writing an automated unit test before the code itself. </a:t>
            </a:r>
          </a:p>
          <a:p>
            <a:pPr marL="0" indent="0">
              <a:buNone/>
            </a:pPr>
            <a:r>
              <a:rPr lang="en-US" sz="2600" dirty="0">
                <a:latin typeface="Times New Roman" panose="02020603050405020304" pitchFamily="18" charset="0"/>
                <a:cs typeface="Times New Roman" panose="02020603050405020304" pitchFamily="18" charset="0"/>
              </a:rPr>
              <a:t>Whole team/On-site Customer</a:t>
            </a:r>
          </a:p>
          <a:p>
            <a:pPr marL="0" indent="0" algn="just">
              <a:buNone/>
            </a:pPr>
            <a:r>
              <a:rPr lang="en-US" sz="2600" dirty="0">
                <a:solidFill>
                  <a:srgbClr val="0070C0"/>
                </a:solidFill>
                <a:latin typeface="Times New Roman" panose="02020603050405020304" pitchFamily="18" charset="0"/>
                <a:cs typeface="Times New Roman" panose="02020603050405020304" pitchFamily="18" charset="0"/>
              </a:rPr>
              <a:t>In XP, the end customer should fully participate in development. </a:t>
            </a:r>
          </a:p>
        </p:txBody>
      </p:sp>
      <p:pic>
        <p:nvPicPr>
          <p:cNvPr id="3" name="Picture 2" descr="C:\Users\User\Desktop\NAAC\gla-full.png">
            <a:extLst>
              <a:ext uri="{FF2B5EF4-FFF2-40B4-BE49-F238E27FC236}">
                <a16:creationId xmlns:a16="http://schemas.microsoft.com/office/drawing/2014/main" id="{38D33931-70D3-7A42-2F5C-B9DC6F506720}"/>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747378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Effect transition="in" filter="wipe(down)">
                                      <p:cBhvr>
                                        <p:cTn id="13" dur="500"/>
                                        <p:tgtEl>
                                          <p:spTgt spid="5">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 calcmode="lin" valueType="num">
                                      <p:cBhvr additive="base">
                                        <p:cTn id="18"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wipe(down)">
                                      <p:cBhvr>
                                        <p:cTn id="24" dur="500"/>
                                        <p:tgtEl>
                                          <p:spTgt spid="5">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 calcmode="lin" valueType="num">
                                      <p:cBhvr additive="base">
                                        <p:cTn id="2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animEffect transition="in" filter="wipe(down)">
                                      <p:cBhvr>
                                        <p:cTn id="35" dur="500"/>
                                        <p:tgtEl>
                                          <p:spTgt spid="5">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5">
                                            <p:txEl>
                                              <p:pRg st="6" end="6"/>
                                            </p:txEl>
                                          </p:spTgt>
                                        </p:tgtEl>
                                        <p:attrNameLst>
                                          <p:attrName>style.visibility</p:attrName>
                                        </p:attrNameLst>
                                      </p:cBhvr>
                                      <p:to>
                                        <p:strVal val="visible"/>
                                      </p:to>
                                    </p:set>
                                    <p:anim calcmode="lin" valueType="num">
                                      <p:cBhvr additive="base">
                                        <p:cTn id="40"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5">
                                            <p:txEl>
                                              <p:pRg st="7" end="7"/>
                                            </p:txEl>
                                          </p:spTgt>
                                        </p:tgtEl>
                                        <p:attrNameLst>
                                          <p:attrName>style.visibility</p:attrName>
                                        </p:attrNameLst>
                                      </p:cBhvr>
                                      <p:to>
                                        <p:strVal val="visible"/>
                                      </p:to>
                                    </p:set>
                                    <p:animEffect transition="in" filter="wipe(down)">
                                      <p:cBhvr>
                                        <p:cTn id="46"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7462" y="406334"/>
            <a:ext cx="8173065" cy="962230"/>
          </a:xfrm>
        </p:spPr>
        <p:txBody>
          <a:bodyPr>
            <a:normAutofit fontScale="90000"/>
          </a:bodyPr>
          <a:lstStyle/>
          <a:p>
            <a:pPr algn="just"/>
            <a:r>
              <a:rPr lang="en-US" b="1" u="sng" dirty="0">
                <a:latin typeface="Times New Roman" panose="02020603050405020304" pitchFamily="18" charset="0"/>
                <a:cs typeface="Times New Roman" panose="02020603050405020304" pitchFamily="18" charset="0"/>
              </a:rPr>
              <a:t>XP Practices: Programmer Welfare / Working Conditions</a:t>
            </a:r>
          </a:p>
        </p:txBody>
      </p:sp>
      <p:sp>
        <p:nvSpPr>
          <p:cNvPr id="5" name="Content Placeholder 2"/>
          <p:cNvSpPr>
            <a:spLocks noGrp="1"/>
          </p:cNvSpPr>
          <p:nvPr>
            <p:ph idx="1"/>
          </p:nvPr>
        </p:nvSpPr>
        <p:spPr>
          <a:xfrm>
            <a:off x="781664" y="1887793"/>
            <a:ext cx="10692581" cy="3687097"/>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Sustainable Pace / Programmer’s work conditions</a:t>
            </a:r>
          </a:p>
          <a:p>
            <a:pPr marL="0" indent="0">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solidFill>
                  <a:srgbClr val="0070C0"/>
                </a:solidFill>
                <a:latin typeface="Times New Roman" panose="02020603050405020304" pitchFamily="18" charset="0"/>
                <a:cs typeface="Times New Roman" panose="02020603050405020304" pitchFamily="18" charset="0"/>
              </a:rPr>
              <a:t>XP projects require developers to work fast, be efficient, and sustain the product’s quality. In XP, the optimal number of work hours must not exceed 45 hours a week.</a:t>
            </a:r>
          </a:p>
          <a:p>
            <a:pPr marL="0" indent="0">
              <a:buNone/>
            </a:pPr>
            <a:endParaRPr lang="en-US" sz="2600" dirty="0">
              <a:latin typeface="Times New Roman" panose="02020603050405020304" pitchFamily="18" charset="0"/>
              <a:cs typeface="Times New Roman" panose="02020603050405020304" pitchFamily="18" charset="0"/>
            </a:endParaRPr>
          </a:p>
        </p:txBody>
      </p:sp>
      <p:pic>
        <p:nvPicPr>
          <p:cNvPr id="3" name="Picture 2" descr="C:\Users\User\Desktop\NAAC\gla-full.png">
            <a:extLst>
              <a:ext uri="{FF2B5EF4-FFF2-40B4-BE49-F238E27FC236}">
                <a16:creationId xmlns:a16="http://schemas.microsoft.com/office/drawing/2014/main" id="{D851A000-38E8-D56C-CBCF-5A20DBF64364}"/>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2083146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animEffect transition="in" filter="wipe(down)">
                                      <p:cBhvr>
                                        <p:cTn id="13" dur="500"/>
                                        <p:tgtEl>
                                          <p:spTgt spid="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974" y="114404"/>
            <a:ext cx="8173065" cy="962230"/>
          </a:xfrm>
        </p:spPr>
        <p:txBody>
          <a:bodyPr>
            <a:normAutofit fontScale="90000"/>
          </a:bodyPr>
          <a:lstStyle/>
          <a:p>
            <a:r>
              <a:rPr lang="en-US" b="1" u="sng" dirty="0">
                <a:latin typeface="Times New Roman" panose="02020603050405020304" pitchFamily="18" charset="0"/>
                <a:cs typeface="Times New Roman" panose="02020603050405020304" pitchFamily="18" charset="0"/>
              </a:rPr>
              <a:t>XP Practices: Continuous Process</a:t>
            </a:r>
          </a:p>
        </p:txBody>
      </p:sp>
      <p:sp>
        <p:nvSpPr>
          <p:cNvPr id="5" name="Content Placeholder 2"/>
          <p:cNvSpPr>
            <a:spLocks noGrp="1"/>
          </p:cNvSpPr>
          <p:nvPr>
            <p:ph idx="1"/>
          </p:nvPr>
        </p:nvSpPr>
        <p:spPr>
          <a:xfrm>
            <a:off x="501445" y="1073598"/>
            <a:ext cx="11297265" cy="5459937"/>
          </a:xfrm>
        </p:spPr>
        <p:txBody>
          <a:bodyPr>
            <a:noAutofit/>
          </a:bodyPr>
          <a:lstStyle/>
          <a:p>
            <a:pPr marL="0" indent="0">
              <a:buNone/>
            </a:pPr>
            <a:r>
              <a:rPr lang="en-US" sz="2600" dirty="0">
                <a:latin typeface="Times New Roman" panose="02020603050405020304" pitchFamily="18" charset="0"/>
                <a:cs typeface="Times New Roman" panose="02020603050405020304" pitchFamily="18" charset="0"/>
              </a:rPr>
              <a:t>Continuous Integration </a:t>
            </a:r>
          </a:p>
          <a:p>
            <a:pPr marL="0" indent="0" algn="just">
              <a:buNone/>
            </a:pPr>
            <a:r>
              <a:rPr lang="en-US" sz="2600" dirty="0">
                <a:solidFill>
                  <a:srgbClr val="0070C0"/>
                </a:solidFill>
                <a:latin typeface="Times New Roman" panose="02020603050405020304" pitchFamily="18" charset="0"/>
                <a:cs typeface="Times New Roman" panose="02020603050405020304" pitchFamily="18" charset="0"/>
              </a:rPr>
              <a:t>XP practitioners understand the importance of communication. Programmers discuss which parts of the code can be re-used or shared.</a:t>
            </a:r>
          </a:p>
          <a:p>
            <a:pPr marL="0" indent="0" algn="just">
              <a:buNone/>
            </a:pPr>
            <a:endParaRPr lang="en-US" sz="2600" dirty="0">
              <a:solidFill>
                <a:srgbClr val="0070C0"/>
              </a:solidFill>
              <a:latin typeface="Times New Roman" panose="02020603050405020304" pitchFamily="18" charset="0"/>
              <a:cs typeface="Times New Roman" panose="02020603050405020304" pitchFamily="18" charset="0"/>
            </a:endParaRPr>
          </a:p>
          <a:p>
            <a:pPr marL="0" indent="0" algn="just">
              <a:buNone/>
            </a:pPr>
            <a:r>
              <a:rPr lang="en-US" sz="2600" dirty="0">
                <a:latin typeface="Times New Roman" panose="02020603050405020304" pitchFamily="18" charset="0"/>
                <a:cs typeface="Times New Roman" panose="02020603050405020304" pitchFamily="18" charset="0"/>
              </a:rPr>
              <a:t>Refactoring or design improvement / Code Refactoring</a:t>
            </a:r>
          </a:p>
          <a:p>
            <a:pPr marL="0" indent="0" algn="just">
              <a:buNone/>
            </a:pPr>
            <a:r>
              <a:rPr lang="en-US" sz="2600" dirty="0">
                <a:solidFill>
                  <a:srgbClr val="0070C0"/>
                </a:solidFill>
                <a:latin typeface="Times New Roman" panose="02020603050405020304" pitchFamily="18" charset="0"/>
                <a:cs typeface="Times New Roman" panose="02020603050405020304" pitchFamily="18" charset="0"/>
              </a:rPr>
              <a:t>The goal of this technique is to continuously improve code. Refactoring is about removing redundancy, eliminating unnecessary functions, increasing code coherency, and at the same time decoupling elements.</a:t>
            </a:r>
          </a:p>
          <a:p>
            <a:pPr marL="0" indent="0" algn="just">
              <a:buNone/>
            </a:pPr>
            <a:endParaRPr lang="en-US" sz="2600" dirty="0">
              <a:solidFill>
                <a:srgbClr val="0070C0"/>
              </a:solidFill>
              <a:latin typeface="Times New Roman" panose="02020603050405020304" pitchFamily="18" charset="0"/>
              <a:cs typeface="Times New Roman" panose="02020603050405020304" pitchFamily="18" charset="0"/>
            </a:endParaRPr>
          </a:p>
          <a:p>
            <a:pPr marL="0" indent="0" algn="just">
              <a:buNone/>
            </a:pPr>
            <a:r>
              <a:rPr lang="en-US" sz="2600" dirty="0">
                <a:latin typeface="Times New Roman" panose="02020603050405020304" pitchFamily="18" charset="0"/>
                <a:cs typeface="Times New Roman" panose="02020603050405020304" pitchFamily="18" charset="0"/>
              </a:rPr>
              <a:t>Small Releases</a:t>
            </a:r>
          </a:p>
          <a:p>
            <a:pPr marL="0" indent="0" algn="just">
              <a:buNone/>
            </a:pPr>
            <a:r>
              <a:rPr lang="en-US" sz="2600" dirty="0">
                <a:solidFill>
                  <a:srgbClr val="0070C0"/>
                </a:solidFill>
                <a:latin typeface="Times New Roman" panose="02020603050405020304" pitchFamily="18" charset="0"/>
                <a:cs typeface="Times New Roman" panose="02020603050405020304" pitchFamily="18" charset="0"/>
              </a:rPr>
              <a:t>This practice suggests releasing the first version quickly and further developing the product by making small and incremental updates.</a:t>
            </a:r>
          </a:p>
        </p:txBody>
      </p:sp>
      <p:pic>
        <p:nvPicPr>
          <p:cNvPr id="3" name="Picture 2" descr="C:\Users\User\Desktop\NAAC\gla-full.png">
            <a:extLst>
              <a:ext uri="{FF2B5EF4-FFF2-40B4-BE49-F238E27FC236}">
                <a16:creationId xmlns:a16="http://schemas.microsoft.com/office/drawing/2014/main" id="{83D298E4-BCD5-8B0B-A116-29946D194219}"/>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3147142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Effect transition="in" filter="wipe(down)">
                                      <p:cBhvr>
                                        <p:cTn id="13" dur="500"/>
                                        <p:tgtEl>
                                          <p:spTgt spid="5">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 calcmode="lin" valueType="num">
                                      <p:cBhvr additive="base">
                                        <p:cTn id="18"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5">
                                            <p:txEl>
                                              <p:pRg st="4" end="4"/>
                                            </p:txEl>
                                          </p:spTgt>
                                        </p:tgtEl>
                                        <p:attrNameLst>
                                          <p:attrName>style.visibility</p:attrName>
                                        </p:attrNameLst>
                                      </p:cBhvr>
                                      <p:to>
                                        <p:strVal val="visible"/>
                                      </p:to>
                                    </p:set>
                                    <p:animEffect transition="in" filter="wipe(down)">
                                      <p:cBhvr>
                                        <p:cTn id="24" dur="500"/>
                                        <p:tgtEl>
                                          <p:spTgt spid="5">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 calcmode="lin" valueType="num">
                                      <p:cBhvr additive="base">
                                        <p:cTn id="29"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5">
                                            <p:txEl>
                                              <p:pRg st="7" end="7"/>
                                            </p:txEl>
                                          </p:spTgt>
                                        </p:tgtEl>
                                        <p:attrNameLst>
                                          <p:attrName>style.visibility</p:attrName>
                                        </p:attrNameLst>
                                      </p:cBhvr>
                                      <p:to>
                                        <p:strVal val="visible"/>
                                      </p:to>
                                    </p:set>
                                    <p:animEffect transition="in" filter="wipe(down)">
                                      <p:cBhvr>
                                        <p:cTn id="35" dur="500"/>
                                        <p:tgtEl>
                                          <p:spTgt spid="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6974" y="114404"/>
            <a:ext cx="8173065" cy="962230"/>
          </a:xfrm>
        </p:spPr>
        <p:txBody>
          <a:bodyPr>
            <a:normAutofit fontScale="90000"/>
          </a:bodyPr>
          <a:lstStyle/>
          <a:p>
            <a:r>
              <a:rPr lang="en-US" b="1" u="sng" dirty="0">
                <a:latin typeface="Times New Roman" panose="02020603050405020304" pitchFamily="18" charset="0"/>
                <a:cs typeface="Times New Roman" panose="02020603050405020304" pitchFamily="18" charset="0"/>
              </a:rPr>
              <a:t>XP Practices: Shared Understanding</a:t>
            </a:r>
          </a:p>
        </p:txBody>
      </p:sp>
      <p:sp>
        <p:nvSpPr>
          <p:cNvPr id="5" name="Content Placeholder 2"/>
          <p:cNvSpPr>
            <a:spLocks noGrp="1"/>
          </p:cNvSpPr>
          <p:nvPr>
            <p:ph idx="1"/>
          </p:nvPr>
        </p:nvSpPr>
        <p:spPr>
          <a:xfrm>
            <a:off x="616974" y="1673365"/>
            <a:ext cx="10975258" cy="4402970"/>
          </a:xfrm>
        </p:spPr>
        <p:txBody>
          <a:bodyPr>
            <a:noAutofit/>
          </a:bodyPr>
          <a:lstStyle/>
          <a:p>
            <a:pPr marL="0" indent="0">
              <a:buNone/>
            </a:pPr>
            <a:r>
              <a:rPr lang="en-US" sz="2600" dirty="0">
                <a:latin typeface="Times New Roman" panose="02020603050405020304" pitchFamily="18" charset="0"/>
                <a:cs typeface="Times New Roman" panose="02020603050405020304" pitchFamily="18" charset="0"/>
              </a:rPr>
              <a:t>Coding Standards</a:t>
            </a:r>
          </a:p>
          <a:p>
            <a:pPr marL="0" indent="0" algn="just">
              <a:buNone/>
            </a:pPr>
            <a:r>
              <a:rPr lang="en-US" sz="2600" dirty="0">
                <a:solidFill>
                  <a:srgbClr val="0070C0"/>
                </a:solidFill>
                <a:latin typeface="Times New Roman" panose="02020603050405020304" pitchFamily="18" charset="0"/>
                <a:cs typeface="Times New Roman" panose="02020603050405020304" pitchFamily="18" charset="0"/>
              </a:rPr>
              <a:t>A team must have common sets of coding practices, using the same formats and styles for code writing. </a:t>
            </a:r>
          </a:p>
          <a:p>
            <a:pPr marL="0" indent="0" algn="just">
              <a:buNone/>
            </a:pPr>
            <a:r>
              <a:rPr lang="en-US" sz="2600" dirty="0">
                <a:latin typeface="Times New Roman" panose="02020603050405020304" pitchFamily="18" charset="0"/>
                <a:cs typeface="Times New Roman" panose="02020603050405020304" pitchFamily="18" charset="0"/>
              </a:rPr>
              <a:t>Collective Code Ownership</a:t>
            </a:r>
          </a:p>
          <a:p>
            <a:pPr marL="0" indent="0" algn="just">
              <a:buNone/>
            </a:pPr>
            <a:r>
              <a:rPr lang="en-US" sz="2600" dirty="0">
                <a:solidFill>
                  <a:srgbClr val="0070C0"/>
                </a:solidFill>
                <a:latin typeface="Times New Roman" panose="02020603050405020304" pitchFamily="18" charset="0"/>
                <a:cs typeface="Times New Roman" panose="02020603050405020304" pitchFamily="18" charset="0"/>
              </a:rPr>
              <a:t>This practice declares a whole team’s responsibility for the design of a system. Each team member can review and update code.</a:t>
            </a:r>
          </a:p>
          <a:p>
            <a:pPr marL="0" indent="0" algn="just">
              <a:buNone/>
            </a:pPr>
            <a:r>
              <a:rPr lang="en-US" sz="2600" dirty="0">
                <a:latin typeface="Times New Roman" panose="02020603050405020304" pitchFamily="18" charset="0"/>
                <a:cs typeface="Times New Roman" panose="02020603050405020304" pitchFamily="18" charset="0"/>
              </a:rPr>
              <a:t>Simple Design</a:t>
            </a:r>
          </a:p>
          <a:p>
            <a:pPr marL="0" indent="0" algn="just">
              <a:buNone/>
            </a:pPr>
            <a:r>
              <a:rPr lang="en-US" sz="2600" dirty="0">
                <a:solidFill>
                  <a:srgbClr val="0070C0"/>
                </a:solidFill>
                <a:latin typeface="Times New Roman" panose="02020603050405020304" pitchFamily="18" charset="0"/>
                <a:cs typeface="Times New Roman" panose="02020603050405020304" pitchFamily="18" charset="0"/>
              </a:rPr>
              <a:t>The best design for software is the simplest one that works. If any complexity is found, it should be removed. </a:t>
            </a:r>
          </a:p>
        </p:txBody>
      </p:sp>
      <p:pic>
        <p:nvPicPr>
          <p:cNvPr id="3" name="Picture 2" descr="C:\Users\User\Desktop\NAAC\gla-full.png">
            <a:extLst>
              <a:ext uri="{FF2B5EF4-FFF2-40B4-BE49-F238E27FC236}">
                <a16:creationId xmlns:a16="http://schemas.microsoft.com/office/drawing/2014/main" id="{FC16B650-4B19-ECDE-8504-72AF7B488AF5}"/>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526769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Effect transition="in" filter="wipe(down)">
                                      <p:cBhvr>
                                        <p:cTn id="13" dur="500"/>
                                        <p:tgtEl>
                                          <p:spTgt spid="5">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 calcmode="lin" valueType="num">
                                      <p:cBhvr additive="base">
                                        <p:cTn id="18"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nodeType="clickEffect">
                                  <p:stCondLst>
                                    <p:cond delay="0"/>
                                  </p:stCondLst>
                                  <p:childTnLst>
                                    <p:set>
                                      <p:cBhvr>
                                        <p:cTn id="23" dur="1" fill="hold">
                                          <p:stCondLst>
                                            <p:cond delay="0"/>
                                          </p:stCondLst>
                                        </p:cTn>
                                        <p:tgtEl>
                                          <p:spTgt spid="5">
                                            <p:txEl>
                                              <p:pRg st="3" end="3"/>
                                            </p:txEl>
                                          </p:spTgt>
                                        </p:tgtEl>
                                        <p:attrNameLst>
                                          <p:attrName>style.visibility</p:attrName>
                                        </p:attrNameLst>
                                      </p:cBhvr>
                                      <p:to>
                                        <p:strVal val="visible"/>
                                      </p:to>
                                    </p:set>
                                    <p:animEffect transition="in" filter="wipe(down)">
                                      <p:cBhvr>
                                        <p:cTn id="24" dur="500"/>
                                        <p:tgtEl>
                                          <p:spTgt spid="5">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
                                            <p:txEl>
                                              <p:pRg st="4" end="4"/>
                                            </p:txEl>
                                          </p:spTgt>
                                        </p:tgtEl>
                                        <p:attrNameLst>
                                          <p:attrName>style.visibility</p:attrName>
                                        </p:attrNameLst>
                                      </p:cBhvr>
                                      <p:to>
                                        <p:strVal val="visible"/>
                                      </p:to>
                                    </p:set>
                                    <p:anim calcmode="lin" valueType="num">
                                      <p:cBhvr additive="base">
                                        <p:cTn id="29"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animEffect transition="in" filter="wipe(down)">
                                      <p:cBhvr>
                                        <p:cTn id="35" dur="500"/>
                                        <p:tgtEl>
                                          <p:spTgt spid="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8367" y="186811"/>
            <a:ext cx="8173065" cy="962230"/>
          </a:xfrm>
        </p:spPr>
        <p:txBody>
          <a:bodyPr>
            <a:normAutofit fontScale="90000"/>
          </a:bodyPr>
          <a:lstStyle/>
          <a:p>
            <a:r>
              <a:rPr lang="en-US" b="1" u="sng" dirty="0">
                <a:latin typeface="Times New Roman" panose="02020603050405020304" pitchFamily="18" charset="0"/>
                <a:cs typeface="Times New Roman" panose="02020603050405020304" pitchFamily="18" charset="0"/>
              </a:rPr>
              <a:t>Extreme Programming Framework</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0935" y="1347022"/>
            <a:ext cx="10250129" cy="5324167"/>
          </a:xfrm>
          <a:prstGeom prst="rect">
            <a:avLst/>
          </a:prstGeom>
        </p:spPr>
      </p:pic>
      <p:pic>
        <p:nvPicPr>
          <p:cNvPr id="5" name="Picture 4" descr="C:\Users\User\Desktop\NAAC\gla-full.png">
            <a:extLst>
              <a:ext uri="{FF2B5EF4-FFF2-40B4-BE49-F238E27FC236}">
                <a16:creationId xmlns:a16="http://schemas.microsoft.com/office/drawing/2014/main" id="{2651FAD0-AE1D-20F0-4A08-49E198671849}"/>
              </a:ext>
            </a:extLst>
          </p:cNvPr>
          <p:cNvPicPr>
            <a:picLocks noChangeAspect="1" noChangeArrowheads="1"/>
          </p:cNvPicPr>
          <p:nvPr/>
        </p:nvPicPr>
        <p:blipFill>
          <a:blip r:embed="rId3"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262661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2059"/>
            <a:ext cx="8173065" cy="962230"/>
          </a:xfrm>
        </p:spPr>
        <p:txBody>
          <a:bodyPr>
            <a:normAutofit/>
          </a:bodyPr>
          <a:lstStyle/>
          <a:p>
            <a:r>
              <a:rPr lang="en-US" b="1" u="sng" dirty="0">
                <a:latin typeface="Times New Roman" panose="02020603050405020304" pitchFamily="18" charset="0"/>
                <a:cs typeface="Times New Roman" panose="02020603050405020304" pitchFamily="18" charset="0"/>
              </a:rPr>
              <a:t>When to use XP </a:t>
            </a:r>
          </a:p>
        </p:txBody>
      </p:sp>
      <p:sp>
        <p:nvSpPr>
          <p:cNvPr id="5" name="Content Placeholder 2"/>
          <p:cNvSpPr>
            <a:spLocks noGrp="1"/>
          </p:cNvSpPr>
          <p:nvPr>
            <p:ph idx="1"/>
          </p:nvPr>
        </p:nvSpPr>
        <p:spPr>
          <a:xfrm>
            <a:off x="958645" y="1457054"/>
            <a:ext cx="10309123" cy="4707772"/>
          </a:xfrm>
        </p:spPr>
        <p:txBody>
          <a:bodyPr>
            <a:normAutofit fontScale="85000" lnSpcReduction="20000"/>
          </a:bodyPr>
          <a:lstStyle/>
          <a:p>
            <a:pPr marL="0" indent="0" algn="just">
              <a:buNone/>
            </a:pPr>
            <a:r>
              <a:rPr lang="en-US" sz="3200" dirty="0">
                <a:latin typeface="Times New Roman" panose="02020603050405020304" pitchFamily="18" charset="0"/>
                <a:cs typeface="Times New Roman" panose="02020603050405020304" pitchFamily="18" charset="0"/>
              </a:rPr>
              <a:t>XP framework can be applied in following cases:</a:t>
            </a:r>
          </a:p>
          <a:p>
            <a:pPr marL="0" indent="0" algn="just">
              <a:buNone/>
            </a:pPr>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Highly adaptive development,</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Risky projects,</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Small teams,</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Automated testing,</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Active customer participation, etc.</a:t>
            </a:r>
          </a:p>
        </p:txBody>
      </p:sp>
      <p:pic>
        <p:nvPicPr>
          <p:cNvPr id="3" name="Picture 2" descr="C:\Users\User\Desktop\NAAC\gla-full.png">
            <a:extLst>
              <a:ext uri="{FF2B5EF4-FFF2-40B4-BE49-F238E27FC236}">
                <a16:creationId xmlns:a16="http://schemas.microsoft.com/office/drawing/2014/main" id="{D1903A4B-0FD1-6C48-0A80-76C4DAB7577A}"/>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3557803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 calcmode="lin" valueType="num">
                                      <p:cBhvr additive="base">
                                        <p:cTn id="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xEl>
                                              <p:pRg st="4" end="4"/>
                                            </p:txEl>
                                          </p:spTgt>
                                        </p:tgtEl>
                                        <p:attrNameLst>
                                          <p:attrName>style.visibility</p:attrName>
                                        </p:attrNameLst>
                                      </p:cBhvr>
                                      <p:to>
                                        <p:strVal val="visible"/>
                                      </p:to>
                                    </p:set>
                                    <p:anim calcmode="lin" valueType="num">
                                      <p:cBhvr additive="base">
                                        <p:cTn id="1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anim calcmode="lin" valueType="num">
                                      <p:cBhvr additive="base">
                                        <p:cTn id="19"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xEl>
                                              <p:pRg st="8" end="8"/>
                                            </p:txEl>
                                          </p:spTgt>
                                        </p:tgtEl>
                                        <p:attrNameLst>
                                          <p:attrName>style.visibility</p:attrName>
                                        </p:attrNameLst>
                                      </p:cBhvr>
                                      <p:to>
                                        <p:strVal val="visible"/>
                                      </p:to>
                                    </p:set>
                                    <p:anim calcmode="lin" valueType="num">
                                      <p:cBhvr additive="base">
                                        <p:cTn id="25"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anim calcmode="lin" valueType="num">
                                      <p:cBhvr additive="base">
                                        <p:cTn id="31" dur="500" fill="hold"/>
                                        <p:tgtEl>
                                          <p:spTgt spid="5">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9433" y="103904"/>
            <a:ext cx="8173065" cy="1001559"/>
          </a:xfrm>
        </p:spPr>
        <p:txBody>
          <a:bodyPr/>
          <a:lstStyle/>
          <a:p>
            <a:r>
              <a:rPr lang="en-US" b="1" u="sng"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619433" y="1796128"/>
            <a:ext cx="10972799" cy="4457188"/>
          </a:xfrm>
        </p:spPr>
        <p:txBody>
          <a:bodyPr>
            <a:normAutofit/>
          </a:bodyPr>
          <a:lstStyle/>
          <a:p>
            <a:pPr algn="just"/>
            <a:r>
              <a:rPr lang="en-US" sz="3200" dirty="0">
                <a:latin typeface="Times New Roman" panose="02020603050405020304" pitchFamily="18" charset="0"/>
                <a:cs typeface="Times New Roman" panose="02020603050405020304" pitchFamily="18" charset="0"/>
              </a:rPr>
              <a:t>Ken </a:t>
            </a:r>
            <a:r>
              <a:rPr lang="en-US" sz="3200" dirty="0" err="1">
                <a:latin typeface="Times New Roman" panose="02020603050405020304" pitchFamily="18" charset="0"/>
                <a:cs typeface="Times New Roman" panose="02020603050405020304" pitchFamily="18" charset="0"/>
              </a:rPr>
              <a:t>Schawber</a:t>
            </a:r>
            <a:r>
              <a:rPr lang="en-US" sz="3200" dirty="0">
                <a:latin typeface="Times New Roman" panose="02020603050405020304" pitchFamily="18" charset="0"/>
                <a:cs typeface="Times New Roman" panose="02020603050405020304" pitchFamily="18" charset="0"/>
              </a:rPr>
              <a:t> &amp; Mike </a:t>
            </a:r>
            <a:r>
              <a:rPr lang="en-US" sz="3200" dirty="0" err="1">
                <a:latin typeface="Times New Roman" panose="02020603050405020304" pitchFamily="18" charset="0"/>
                <a:cs typeface="Times New Roman" panose="02020603050405020304" pitchFamily="18" charset="0"/>
              </a:rPr>
              <a:t>Beedle</a:t>
            </a:r>
            <a:r>
              <a:rPr lang="en-US" sz="3200" dirty="0">
                <a:latin typeface="Times New Roman" panose="02020603050405020304" pitchFamily="18" charset="0"/>
                <a:cs typeface="Times New Roman" panose="02020603050405020304" pitchFamily="18" charset="0"/>
              </a:rPr>
              <a:t>, Agile Software Development with Scrum, Pearson, 2008.</a:t>
            </a:r>
          </a:p>
          <a:p>
            <a:pPr algn="just"/>
            <a:r>
              <a:rPr lang="en-US" sz="3200" dirty="0">
                <a:latin typeface="Times New Roman" panose="02020603050405020304" pitchFamily="18" charset="0"/>
                <a:cs typeface="Times New Roman" panose="02020603050405020304" pitchFamily="18" charset="0"/>
              </a:rPr>
              <a:t>Robert C. Martin, Agile Software Development, Principles, Patterns and Practices, Prentice Hall,2002.</a:t>
            </a:r>
          </a:p>
          <a:p>
            <a:pPr algn="just"/>
            <a:r>
              <a:rPr lang="en-US" sz="3200" dirty="0">
                <a:latin typeface="Times New Roman" panose="02020603050405020304" pitchFamily="18" charset="0"/>
                <a:cs typeface="Times New Roman" panose="02020603050405020304" pitchFamily="18" charset="0"/>
              </a:rPr>
              <a:t>Lisa Crispin &amp; Janet Gregory, Agile Testing: A Practical Guide for Testers and Agile Teams, Addison Wesley, 2008.</a:t>
            </a:r>
          </a:p>
          <a:p>
            <a:pPr algn="just"/>
            <a:r>
              <a:rPr lang="en-US" sz="3200" dirty="0">
                <a:latin typeface="Times New Roman" panose="02020603050405020304" pitchFamily="18" charset="0"/>
                <a:cs typeface="Times New Roman" panose="02020603050405020304" pitchFamily="18" charset="0"/>
              </a:rPr>
              <a:t>Alistair Cockburn, Agile Software Development: The Cooperative Game, Addison Wesley, 2006.</a:t>
            </a:r>
          </a:p>
        </p:txBody>
      </p:sp>
      <p:pic>
        <p:nvPicPr>
          <p:cNvPr id="5" name="Picture 4" descr="C:\Users\User\Desktop\NAAC\gla-full.png">
            <a:extLst>
              <a:ext uri="{FF2B5EF4-FFF2-40B4-BE49-F238E27FC236}">
                <a16:creationId xmlns:a16="http://schemas.microsoft.com/office/drawing/2014/main" id="{1E4C090E-C927-737B-2162-28F10D5532EA}"/>
              </a:ext>
            </a:extLst>
          </p:cNvPr>
          <p:cNvPicPr>
            <a:picLocks noChangeAspect="1" noChangeArrowheads="1"/>
          </p:cNvPicPr>
          <p:nvPr/>
        </p:nvPicPr>
        <p:blipFill>
          <a:blip r:embed="rId2" cstate="print"/>
          <a:srcRect/>
          <a:stretch>
            <a:fillRect/>
          </a:stretch>
        </p:blipFill>
        <p:spPr bwMode="auto">
          <a:xfrm>
            <a:off x="9915242" y="0"/>
            <a:ext cx="2261849" cy="1091927"/>
          </a:xfrm>
          <a:prstGeom prst="rect">
            <a:avLst/>
          </a:prstGeom>
          <a:noFill/>
          <a:ln w="9525">
            <a:noFill/>
            <a:miter lim="800000"/>
            <a:headEnd/>
            <a:tailEnd/>
          </a:ln>
        </p:spPr>
      </p:pic>
    </p:spTree>
    <p:extLst>
      <p:ext uri="{BB962C8B-B14F-4D97-AF65-F5344CB8AC3E}">
        <p14:creationId xmlns:p14="http://schemas.microsoft.com/office/powerpoint/2010/main" val="3812273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How To Write A Thank You Note In Five Easy Steps">
            <a:extLst>
              <a:ext uri="{FF2B5EF4-FFF2-40B4-BE49-F238E27FC236}">
                <a16:creationId xmlns:a16="http://schemas.microsoft.com/office/drawing/2014/main" id="{CAF25437-4356-1F3A-5238-4EFD81C62F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2202" y="1758103"/>
            <a:ext cx="5947595" cy="3341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80682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771</TotalTime>
  <Words>660</Words>
  <Application>Microsoft Office PowerPoint</Application>
  <PresentationFormat>Widescreen</PresentationFormat>
  <Paragraphs>104</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Souvenir</vt:lpstr>
      <vt:lpstr>Times New Roman</vt:lpstr>
      <vt:lpstr>Office Theme</vt:lpstr>
      <vt:lpstr>PowerPoint Presentation</vt:lpstr>
      <vt:lpstr>Extreme Programming (XP)</vt:lpstr>
      <vt:lpstr>Values of Extreme Programming</vt:lpstr>
      <vt:lpstr>Principles of Extreme Programming</vt:lpstr>
      <vt:lpstr>Extreme Programming Practices</vt:lpstr>
      <vt:lpstr>Extreme Programming Practices</vt:lpstr>
      <vt:lpstr>XP Practices: Fine Scale Feedback</vt:lpstr>
      <vt:lpstr>XP Practices: Programmer Welfare / Working Conditions</vt:lpstr>
      <vt:lpstr>XP Practices: Continuous Process</vt:lpstr>
      <vt:lpstr>XP Practices: Shared Understanding</vt:lpstr>
      <vt:lpstr>Extreme Programming Framework</vt:lpstr>
      <vt:lpstr>When to use XP </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Nikhil Govil</dc:creator>
  <cp:lastModifiedBy>Nikhil Govil</cp:lastModifiedBy>
  <cp:revision>573</cp:revision>
  <dcterms:created xsi:type="dcterms:W3CDTF">2020-08-05T08:53:59Z</dcterms:created>
  <dcterms:modified xsi:type="dcterms:W3CDTF">2024-09-01T17:33:17Z</dcterms:modified>
</cp:coreProperties>
</file>