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8" r:id="rId2"/>
    <p:sldId id="277" r:id="rId3"/>
    <p:sldId id="271" r:id="rId4"/>
    <p:sldId id="280" r:id="rId5"/>
    <p:sldId id="272" r:id="rId6"/>
    <p:sldId id="259" r:id="rId7"/>
    <p:sldId id="273" r:id="rId8"/>
    <p:sldId id="274" r:id="rId9"/>
    <p:sldId id="275" r:id="rId10"/>
    <p:sldId id="266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8C1F2-209E-4686-9E31-B48F2CD67711}" v="154" dt="2024-08-26T11:06:05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0058C1F2-209E-4686-9E31-B48F2CD67711}"/>
    <pc:docChg chg="custSel addSld delSld modSld">
      <pc:chgData name="Nikhil Govil" userId="a9719a31b8046b64" providerId="LiveId" clId="{0058C1F2-209E-4686-9E31-B48F2CD67711}" dt="2024-08-26T11:06:05.916" v="222"/>
      <pc:docMkLst>
        <pc:docMk/>
      </pc:docMkLst>
      <pc:sldChg chg="del">
        <pc:chgData name="Nikhil Govil" userId="a9719a31b8046b64" providerId="LiveId" clId="{0058C1F2-209E-4686-9E31-B48F2CD67711}" dt="2024-08-26T10:53:16.735" v="1" actId="47"/>
        <pc:sldMkLst>
          <pc:docMk/>
          <pc:sldMk cId="2864408307" sldId="256"/>
        </pc:sldMkLst>
      </pc:sldChg>
      <pc:sldChg chg="del">
        <pc:chgData name="Nikhil Govil" userId="a9719a31b8046b64" providerId="LiveId" clId="{0058C1F2-209E-4686-9E31-B48F2CD67711}" dt="2024-08-26T10:53:32.255" v="3" actId="47"/>
        <pc:sldMkLst>
          <pc:docMk/>
          <pc:sldMk cId="1543913536" sldId="258"/>
        </pc:sldMkLst>
      </pc:sldChg>
      <pc:sldChg chg="addSp delSp modSp mod">
        <pc:chgData name="Nikhil Govil" userId="a9719a31b8046b64" providerId="LiveId" clId="{0058C1F2-209E-4686-9E31-B48F2CD67711}" dt="2024-08-26T11:04:38.575" v="205" actId="14100"/>
        <pc:sldMkLst>
          <pc:docMk/>
          <pc:sldMk cId="2842841077" sldId="259"/>
        </pc:sldMkLst>
        <pc:spChg chg="mod">
          <ac:chgData name="Nikhil Govil" userId="a9719a31b8046b64" providerId="LiveId" clId="{0058C1F2-209E-4686-9E31-B48F2CD67711}" dt="2024-08-26T11:04:38.575" v="205" actId="14100"/>
          <ac:spMkLst>
            <pc:docMk/>
            <pc:sldMk cId="2842841077" sldId="259"/>
            <ac:spMk id="2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4:28.398" v="29"/>
          <ac:picMkLst>
            <pc:docMk/>
            <pc:sldMk cId="2842841077" sldId="259"/>
            <ac:picMk id="3" creationId="{76F18761-5537-AC93-1F42-31BA503C5FBF}"/>
          </ac:picMkLst>
        </pc:picChg>
        <pc:picChg chg="del">
          <ac:chgData name="Nikhil Govil" userId="a9719a31b8046b64" providerId="LiveId" clId="{0058C1F2-209E-4686-9E31-B48F2CD67711}" dt="2024-08-26T10:54:05.732" v="21" actId="478"/>
          <ac:picMkLst>
            <pc:docMk/>
            <pc:sldMk cId="2842841077" sldId="259"/>
            <ac:picMk id="4" creationId="{00000000-0000-0000-0000-000000000000}"/>
          </ac:picMkLst>
        </pc:picChg>
      </pc:sldChg>
      <pc:sldChg chg="addSp delSp modSp mod modAnim">
        <pc:chgData name="Nikhil Govil" userId="a9719a31b8046b64" providerId="LiveId" clId="{0058C1F2-209E-4686-9E31-B48F2CD67711}" dt="2024-08-26T11:05:44.854" v="220" actId="27636"/>
        <pc:sldMkLst>
          <pc:docMk/>
          <pc:sldMk cId="3812273503" sldId="266"/>
        </pc:sldMkLst>
        <pc:spChg chg="mod">
          <ac:chgData name="Nikhil Govil" userId="a9719a31b8046b64" providerId="LiveId" clId="{0058C1F2-209E-4686-9E31-B48F2CD67711}" dt="2024-08-26T11:05:33.605" v="215" actId="1076"/>
          <ac:spMkLst>
            <pc:docMk/>
            <pc:sldMk cId="3812273503" sldId="266"/>
            <ac:spMk id="2" creationId="{00000000-0000-0000-0000-000000000000}"/>
          </ac:spMkLst>
        </pc:spChg>
        <pc:spChg chg="mod">
          <ac:chgData name="Nikhil Govil" userId="a9719a31b8046b64" providerId="LiveId" clId="{0058C1F2-209E-4686-9E31-B48F2CD67711}" dt="2024-08-26T11:05:44.854" v="220" actId="27636"/>
          <ac:spMkLst>
            <pc:docMk/>
            <pc:sldMk cId="3812273503" sldId="266"/>
            <ac:spMk id="3" creationId="{00000000-0000-0000-0000-000000000000}"/>
          </ac:spMkLst>
        </pc:spChg>
        <pc:picChg chg="del">
          <ac:chgData name="Nikhil Govil" userId="a9719a31b8046b64" providerId="LiveId" clId="{0058C1F2-209E-4686-9E31-B48F2CD67711}" dt="2024-08-26T10:54:16.435" v="26" actId="478"/>
          <ac:picMkLst>
            <pc:docMk/>
            <pc:sldMk cId="3812273503" sldId="266"/>
            <ac:picMk id="4" creationId="{00000000-0000-0000-0000-000000000000}"/>
          </ac:picMkLst>
        </pc:picChg>
        <pc:picChg chg="add mod">
          <ac:chgData name="Nikhil Govil" userId="a9719a31b8046b64" providerId="LiveId" clId="{0058C1F2-209E-4686-9E31-B48F2CD67711}" dt="2024-08-26T10:54:43.671" v="34"/>
          <ac:picMkLst>
            <pc:docMk/>
            <pc:sldMk cId="3812273503" sldId="266"/>
            <ac:picMk id="5" creationId="{625A628A-7BE8-C44B-46BB-2F2897725363}"/>
          </ac:picMkLst>
        </pc:picChg>
      </pc:sldChg>
      <pc:sldChg chg="addSp delSp modSp mod">
        <pc:chgData name="Nikhil Govil" userId="a9719a31b8046b64" providerId="LiveId" clId="{0058C1F2-209E-4686-9E31-B48F2CD67711}" dt="2024-08-26T11:04:19.523" v="200" actId="14100"/>
        <pc:sldMkLst>
          <pc:docMk/>
          <pc:sldMk cId="373072608" sldId="271"/>
        </pc:sldMkLst>
        <pc:spChg chg="mod">
          <ac:chgData name="Nikhil Govil" userId="a9719a31b8046b64" providerId="LiveId" clId="{0058C1F2-209E-4686-9E31-B48F2CD67711}" dt="2024-08-26T11:04:19.523" v="200" actId="14100"/>
          <ac:spMkLst>
            <pc:docMk/>
            <pc:sldMk cId="373072608" sldId="271"/>
            <ac:spMk id="2" creationId="{00000000-0000-0000-0000-000000000000}"/>
          </ac:spMkLst>
        </pc:spChg>
        <pc:spChg chg="mod">
          <ac:chgData name="Nikhil Govil" userId="a9719a31b8046b64" providerId="LiveId" clId="{0058C1F2-209E-4686-9E31-B48F2CD67711}" dt="2024-08-26T10:56:40.378" v="45" actId="14100"/>
          <ac:spMkLst>
            <pc:docMk/>
            <pc:sldMk cId="373072608" sldId="271"/>
            <ac:spMk id="5" creationId="{00000000-0000-0000-0000-000000000000}"/>
          </ac:spMkLst>
        </pc:spChg>
        <pc:picChg chg="mod">
          <ac:chgData name="Nikhil Govil" userId="a9719a31b8046b64" providerId="LiveId" clId="{0058C1F2-209E-4686-9E31-B48F2CD67711}" dt="2024-08-26T10:56:56.842" v="49" actId="14100"/>
          <ac:picMkLst>
            <pc:docMk/>
            <pc:sldMk cId="373072608" sldId="271"/>
            <ac:picMk id="3" creationId="{00000000-0000-0000-0000-000000000000}"/>
          </ac:picMkLst>
        </pc:picChg>
        <pc:picChg chg="del">
          <ac:chgData name="Nikhil Govil" userId="a9719a31b8046b64" providerId="LiveId" clId="{0058C1F2-209E-4686-9E31-B48F2CD67711}" dt="2024-08-26T10:54:02.334" v="19" actId="478"/>
          <ac:picMkLst>
            <pc:docMk/>
            <pc:sldMk cId="373072608" sldId="271"/>
            <ac:picMk id="4" creationId="{00000000-0000-0000-0000-000000000000}"/>
          </ac:picMkLst>
        </pc:picChg>
        <pc:picChg chg="add mod">
          <ac:chgData name="Nikhil Govil" userId="a9719a31b8046b64" providerId="LiveId" clId="{0058C1F2-209E-4686-9E31-B48F2CD67711}" dt="2024-08-26T10:54:23.351" v="27"/>
          <ac:picMkLst>
            <pc:docMk/>
            <pc:sldMk cId="373072608" sldId="271"/>
            <ac:picMk id="6" creationId="{244B6422-7EFD-6343-E4D8-954DFE40AAF3}"/>
          </ac:picMkLst>
        </pc:picChg>
      </pc:sldChg>
      <pc:sldChg chg="addSp delSp modSp mod">
        <pc:chgData name="Nikhil Govil" userId="a9719a31b8046b64" providerId="LiveId" clId="{0058C1F2-209E-4686-9E31-B48F2CD67711}" dt="2024-08-26T11:04:54.953" v="207" actId="1076"/>
        <pc:sldMkLst>
          <pc:docMk/>
          <pc:sldMk cId="747378021" sldId="272"/>
        </pc:sldMkLst>
        <pc:spChg chg="mod">
          <ac:chgData name="Nikhil Govil" userId="a9719a31b8046b64" providerId="LiveId" clId="{0058C1F2-209E-4686-9E31-B48F2CD67711}" dt="2024-08-26T11:04:54.953" v="207" actId="1076"/>
          <ac:spMkLst>
            <pc:docMk/>
            <pc:sldMk cId="747378021" sldId="272"/>
            <ac:spMk id="2" creationId="{00000000-0000-0000-0000-000000000000}"/>
          </ac:spMkLst>
        </pc:spChg>
        <pc:spChg chg="mod">
          <ac:chgData name="Nikhil Govil" userId="a9719a31b8046b64" providerId="LiveId" clId="{0058C1F2-209E-4686-9E31-B48F2CD67711}" dt="2024-08-26T11:01:32.989" v="67" actId="20577"/>
          <ac:spMkLst>
            <pc:docMk/>
            <pc:sldMk cId="747378021" sldId="272"/>
            <ac:spMk id="5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4:25.994" v="28"/>
          <ac:picMkLst>
            <pc:docMk/>
            <pc:sldMk cId="747378021" sldId="272"/>
            <ac:picMk id="3" creationId="{5F3C6A06-CACE-2515-DC45-C3CB965645A0}"/>
          </ac:picMkLst>
        </pc:picChg>
        <pc:picChg chg="del">
          <ac:chgData name="Nikhil Govil" userId="a9719a31b8046b64" providerId="LiveId" clId="{0058C1F2-209E-4686-9E31-B48F2CD67711}" dt="2024-08-26T10:54:04.032" v="20" actId="478"/>
          <ac:picMkLst>
            <pc:docMk/>
            <pc:sldMk cId="747378021" sldId="272"/>
            <ac:picMk id="4" creationId="{00000000-0000-0000-0000-000000000000}"/>
          </ac:picMkLst>
        </pc:picChg>
      </pc:sldChg>
      <pc:sldChg chg="addSp delSp modSp mod">
        <pc:chgData name="Nikhil Govil" userId="a9719a31b8046b64" providerId="LiveId" clId="{0058C1F2-209E-4686-9E31-B48F2CD67711}" dt="2024-08-26T11:04:44.865" v="206" actId="1076"/>
        <pc:sldMkLst>
          <pc:docMk/>
          <pc:sldMk cId="465369180" sldId="273"/>
        </pc:sldMkLst>
        <pc:spChg chg="mod">
          <ac:chgData name="Nikhil Govil" userId="a9719a31b8046b64" providerId="LiveId" clId="{0058C1F2-209E-4686-9E31-B48F2CD67711}" dt="2024-08-26T11:04:44.865" v="206" actId="1076"/>
          <ac:spMkLst>
            <pc:docMk/>
            <pc:sldMk cId="465369180" sldId="273"/>
            <ac:spMk id="2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4:30.661" v="30"/>
          <ac:picMkLst>
            <pc:docMk/>
            <pc:sldMk cId="465369180" sldId="273"/>
            <ac:picMk id="3" creationId="{3DBDE0E1-B984-8F27-2768-B39B04338F57}"/>
          </ac:picMkLst>
        </pc:picChg>
        <pc:picChg chg="del">
          <ac:chgData name="Nikhil Govil" userId="a9719a31b8046b64" providerId="LiveId" clId="{0058C1F2-209E-4686-9E31-B48F2CD67711}" dt="2024-08-26T10:54:07.977" v="22" actId="478"/>
          <ac:picMkLst>
            <pc:docMk/>
            <pc:sldMk cId="465369180" sldId="273"/>
            <ac:picMk id="4" creationId="{00000000-0000-0000-0000-000000000000}"/>
          </ac:picMkLst>
        </pc:picChg>
      </pc:sldChg>
      <pc:sldChg chg="addSp delSp modSp mod">
        <pc:chgData name="Nikhil Govil" userId="a9719a31b8046b64" providerId="LiveId" clId="{0058C1F2-209E-4686-9E31-B48F2CD67711}" dt="2024-08-26T11:05:04.616" v="209" actId="1076"/>
        <pc:sldMkLst>
          <pc:docMk/>
          <pc:sldMk cId="1841130436" sldId="274"/>
        </pc:sldMkLst>
        <pc:spChg chg="mod">
          <ac:chgData name="Nikhil Govil" userId="a9719a31b8046b64" providerId="LiveId" clId="{0058C1F2-209E-4686-9E31-B48F2CD67711}" dt="2024-08-26T11:05:04.616" v="209" actId="1076"/>
          <ac:spMkLst>
            <pc:docMk/>
            <pc:sldMk cId="1841130436" sldId="274"/>
            <ac:spMk id="2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4:34.974" v="31"/>
          <ac:picMkLst>
            <pc:docMk/>
            <pc:sldMk cId="1841130436" sldId="274"/>
            <ac:picMk id="3" creationId="{D1691A84-06BE-8D8B-512B-DEBB4C341636}"/>
          </ac:picMkLst>
        </pc:picChg>
        <pc:picChg chg="del">
          <ac:chgData name="Nikhil Govil" userId="a9719a31b8046b64" providerId="LiveId" clId="{0058C1F2-209E-4686-9E31-B48F2CD67711}" dt="2024-08-26T10:54:10.405" v="23" actId="478"/>
          <ac:picMkLst>
            <pc:docMk/>
            <pc:sldMk cId="1841130436" sldId="274"/>
            <ac:picMk id="4" creationId="{00000000-0000-0000-0000-000000000000}"/>
          </ac:picMkLst>
        </pc:picChg>
      </pc:sldChg>
      <pc:sldChg chg="addSp delSp modSp mod">
        <pc:chgData name="Nikhil Govil" userId="a9719a31b8046b64" providerId="LiveId" clId="{0058C1F2-209E-4686-9E31-B48F2CD67711}" dt="2024-08-26T11:05:15.024" v="211" actId="1076"/>
        <pc:sldMkLst>
          <pc:docMk/>
          <pc:sldMk cId="130975141" sldId="275"/>
        </pc:sldMkLst>
        <pc:spChg chg="mod">
          <ac:chgData name="Nikhil Govil" userId="a9719a31b8046b64" providerId="LiveId" clId="{0058C1F2-209E-4686-9E31-B48F2CD67711}" dt="2024-08-26T11:05:15.024" v="211" actId="1076"/>
          <ac:spMkLst>
            <pc:docMk/>
            <pc:sldMk cId="130975141" sldId="275"/>
            <ac:spMk id="2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4:38.127" v="32"/>
          <ac:picMkLst>
            <pc:docMk/>
            <pc:sldMk cId="130975141" sldId="275"/>
            <ac:picMk id="3" creationId="{77F39979-9C46-6507-C4FD-E867CC6AC895}"/>
          </ac:picMkLst>
        </pc:picChg>
        <pc:picChg chg="del">
          <ac:chgData name="Nikhil Govil" userId="a9719a31b8046b64" providerId="LiveId" clId="{0058C1F2-209E-4686-9E31-B48F2CD67711}" dt="2024-08-26T10:54:12.099" v="24" actId="478"/>
          <ac:picMkLst>
            <pc:docMk/>
            <pc:sldMk cId="130975141" sldId="275"/>
            <ac:picMk id="4" creationId="{00000000-0000-0000-0000-000000000000}"/>
          </ac:picMkLst>
        </pc:picChg>
      </pc:sldChg>
      <pc:sldChg chg="addSp delSp modSp del mod">
        <pc:chgData name="Nikhil Govil" userId="a9719a31b8046b64" providerId="LiveId" clId="{0058C1F2-209E-4686-9E31-B48F2CD67711}" dt="2024-08-26T11:05:18.972" v="212" actId="47"/>
        <pc:sldMkLst>
          <pc:docMk/>
          <pc:sldMk cId="1191603621" sldId="276"/>
        </pc:sldMkLst>
        <pc:picChg chg="del">
          <ac:chgData name="Nikhil Govil" userId="a9719a31b8046b64" providerId="LiveId" clId="{0058C1F2-209E-4686-9E31-B48F2CD67711}" dt="2024-08-26T10:54:14.489" v="25" actId="478"/>
          <ac:picMkLst>
            <pc:docMk/>
            <pc:sldMk cId="1191603621" sldId="276"/>
            <ac:picMk id="4" creationId="{00000000-0000-0000-0000-000000000000}"/>
          </ac:picMkLst>
        </pc:picChg>
        <pc:picChg chg="add mod">
          <ac:chgData name="Nikhil Govil" userId="a9719a31b8046b64" providerId="LiveId" clId="{0058C1F2-209E-4686-9E31-B48F2CD67711}" dt="2024-08-26T10:54:41.341" v="33"/>
          <ac:picMkLst>
            <pc:docMk/>
            <pc:sldMk cId="1191603621" sldId="276"/>
            <ac:picMk id="5" creationId="{D87B3AD4-A8AE-B51A-7F36-DC76470A60D1}"/>
          </ac:picMkLst>
        </pc:picChg>
      </pc:sldChg>
      <pc:sldChg chg="addSp delSp modSp mod modAnim">
        <pc:chgData name="Nikhil Govil" userId="a9719a31b8046b64" providerId="LiveId" clId="{0058C1F2-209E-4686-9E31-B48F2CD67711}" dt="2024-08-26T11:06:05.916" v="222"/>
        <pc:sldMkLst>
          <pc:docMk/>
          <pc:sldMk cId="2321678347" sldId="277"/>
        </pc:sldMkLst>
        <pc:spChg chg="mod">
          <ac:chgData name="Nikhil Govil" userId="a9719a31b8046b64" providerId="LiveId" clId="{0058C1F2-209E-4686-9E31-B48F2CD67711}" dt="2024-08-26T11:04:16.012" v="199" actId="14100"/>
          <ac:spMkLst>
            <pc:docMk/>
            <pc:sldMk cId="2321678347" sldId="277"/>
            <ac:spMk id="2" creationId="{00000000-0000-0000-0000-000000000000}"/>
          </ac:spMkLst>
        </pc:spChg>
        <pc:spChg chg="mod">
          <ac:chgData name="Nikhil Govil" userId="a9719a31b8046b64" providerId="LiveId" clId="{0058C1F2-209E-4686-9E31-B48F2CD67711}" dt="2024-08-26T11:03:47.223" v="197" actId="20577"/>
          <ac:spMkLst>
            <pc:docMk/>
            <pc:sldMk cId="2321678347" sldId="277"/>
            <ac:spMk id="5" creationId="{00000000-0000-0000-0000-000000000000}"/>
          </ac:spMkLst>
        </pc:spChg>
        <pc:picChg chg="add mod">
          <ac:chgData name="Nikhil Govil" userId="a9719a31b8046b64" providerId="LiveId" clId="{0058C1F2-209E-4686-9E31-B48F2CD67711}" dt="2024-08-26T10:53:55.558" v="17"/>
          <ac:picMkLst>
            <pc:docMk/>
            <pc:sldMk cId="2321678347" sldId="277"/>
            <ac:picMk id="3" creationId="{BF0D7C3A-D037-3912-58FE-B0F1E31BC6F3}"/>
          </ac:picMkLst>
        </pc:picChg>
        <pc:picChg chg="del">
          <ac:chgData name="Nikhil Govil" userId="a9719a31b8046b64" providerId="LiveId" clId="{0058C1F2-209E-4686-9E31-B48F2CD67711}" dt="2024-08-26T10:53:57.891" v="18" actId="478"/>
          <ac:picMkLst>
            <pc:docMk/>
            <pc:sldMk cId="2321678347" sldId="277"/>
            <ac:picMk id="4" creationId="{00000000-0000-0000-0000-000000000000}"/>
          </ac:picMkLst>
        </pc:picChg>
      </pc:sldChg>
      <pc:sldChg chg="add">
        <pc:chgData name="Nikhil Govil" userId="a9719a31b8046b64" providerId="LiveId" clId="{0058C1F2-209E-4686-9E31-B48F2CD67711}" dt="2024-08-26T10:53:14.014" v="0"/>
        <pc:sldMkLst>
          <pc:docMk/>
          <pc:sldMk cId="1681087341" sldId="278"/>
        </pc:sldMkLst>
      </pc:sldChg>
      <pc:sldChg chg="add">
        <pc:chgData name="Nikhil Govil" userId="a9719a31b8046b64" providerId="LiveId" clId="{0058C1F2-209E-4686-9E31-B48F2CD67711}" dt="2024-08-26T10:53:30.175" v="2"/>
        <pc:sldMkLst>
          <pc:docMk/>
          <pc:sldMk cId="1148068223" sldId="279"/>
        </pc:sldMkLst>
      </pc:sldChg>
      <pc:sldChg chg="modSp add mod">
        <pc:chgData name="Nikhil Govil" userId="a9719a31b8046b64" providerId="LiveId" clId="{0058C1F2-209E-4686-9E31-B48F2CD67711}" dt="2024-08-26T11:04:24.911" v="201" actId="14100"/>
        <pc:sldMkLst>
          <pc:docMk/>
          <pc:sldMk cId="1771378585" sldId="280"/>
        </pc:sldMkLst>
        <pc:spChg chg="mod">
          <ac:chgData name="Nikhil Govil" userId="a9719a31b8046b64" providerId="LiveId" clId="{0058C1F2-209E-4686-9E31-B48F2CD67711}" dt="2024-08-26T11:04:24.911" v="201" actId="14100"/>
          <ac:spMkLst>
            <pc:docMk/>
            <pc:sldMk cId="1771378585" sldId="280"/>
            <ac:spMk id="2" creationId="{00000000-0000-0000-0000-000000000000}"/>
          </ac:spMkLst>
        </pc:spChg>
        <pc:picChg chg="mod">
          <ac:chgData name="Nikhil Govil" userId="a9719a31b8046b64" providerId="LiveId" clId="{0058C1F2-209E-4686-9E31-B48F2CD67711}" dt="2024-08-26T10:59:25.479" v="61" actId="1076"/>
          <ac:picMkLst>
            <pc:docMk/>
            <pc:sldMk cId="1771378585" sldId="280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crum.org/resources/what-is-scru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41365" y="2492467"/>
            <a:ext cx="6773725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Agile Scrum Framework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56228" y="1786955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8" y="109031"/>
            <a:ext cx="2909443" cy="1654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81A4F0-5532-EA08-4988-D7FE4F569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537" y="3295192"/>
            <a:ext cx="2523379" cy="22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6" y="54743"/>
            <a:ext cx="4949313" cy="1037183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Frameworks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6" y="1317376"/>
            <a:ext cx="10515600" cy="50047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most popular Agile frameworks are: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Scrum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Kanban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Extreme Programming (XP)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Driven Development (FDD)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System Development Methodology (DSDM)</a:t>
            </a: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Project Management (APM)</a:t>
            </a: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OpenUp etc.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BF0D7C3A-D037-3912-58FE-B0F1E31BC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167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279" y="129697"/>
            <a:ext cx="6271752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Introduction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15279" y="1396035"/>
            <a:ext cx="10515600" cy="332344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Scrum is a framework for developing and sustaining complex products.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developed by 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Schwaber and Jeff Sutherland.</a:t>
            </a:r>
          </a:p>
          <a:p>
            <a:pPr marL="0" indent="0">
              <a:buNone/>
            </a:pPr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is borrowed from Rugby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031" y="3706762"/>
            <a:ext cx="4751008" cy="2898910"/>
          </a:xfrm>
          <a:prstGeom prst="rect">
            <a:avLst/>
          </a:prstGeom>
        </p:spPr>
      </p:pic>
      <p:pic>
        <p:nvPicPr>
          <p:cNvPr id="6" name="Picture 5" descr="C:\Users\User\Desktop\NAAC\gla-full.png">
            <a:extLst>
              <a:ext uri="{FF2B5EF4-FFF2-40B4-BE49-F238E27FC236}">
                <a16:creationId xmlns:a16="http://schemas.microsoft.com/office/drawing/2014/main" id="{244B6422-7EFD-6343-E4D8-954DFE40A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307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569" y="94072"/>
            <a:ext cx="6870290" cy="997855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– Scrum Framework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46" y="1091927"/>
            <a:ext cx="11265308" cy="5672001"/>
          </a:xfrm>
          <a:prstGeom prst="rect">
            <a:avLst/>
          </a:prstGeom>
        </p:spPr>
      </p:pic>
      <p:pic>
        <p:nvPicPr>
          <p:cNvPr id="5" name="Picture 4" descr="C:\Users\User\Desktop\NAAC\gla-full.png">
            <a:extLst>
              <a:ext uri="{FF2B5EF4-FFF2-40B4-BE49-F238E27FC236}">
                <a16:creationId xmlns:a16="http://schemas.microsoft.com/office/drawing/2014/main" id="{D87B3AD4-A8AE-B51A-7F36-DC76470A6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137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6" y="147731"/>
            <a:ext cx="5474109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Introduction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6" y="1877816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 cross-functional teams (5-9).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is completed in the form of iterations (Sprints).</a:t>
            </a:r>
          </a:p>
          <a:p>
            <a:pPr marL="0" indent="0">
              <a:buNone/>
            </a:pPr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Daily Scrum meeting organized.</a:t>
            </a:r>
          </a:p>
          <a:p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Sprint review &amp; sprint retrospective.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5F3C6A06-CACE-2515-DC45-C3CB96564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737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6" y="147731"/>
            <a:ext cx="5037803" cy="944196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Practices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6" y="1877816"/>
            <a:ext cx="1100598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release backlog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of the features to be implemented in the project and  ordered by priority.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adjust over time as needed, based on feedback.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product manager is responsible for maintaining.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76F18761-5537-AC93-1F42-31BA503C5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28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991" y="312261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Practices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59991" y="1457054"/>
            <a:ext cx="11005984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 down Chart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best estimate of time to complete what is currently in the backlog.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the time on a chart.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studying chart, understand how team functions.</a:t>
            </a:r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burn down to 0 at completion date.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3DBDE0E1-B984-8F27-2768-B39B04338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536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249" y="129697"/>
            <a:ext cx="597555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Practices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6249" y="1457054"/>
            <a:ext cx="11005984" cy="510597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sprint is a ~1 month period after which some product is delivered.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assigned from the product backlog to a sprint backlog.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meeting.</a:t>
            </a:r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functionality is produced by the end of the sprint.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sprint, a review meeting is held to evaluate the sprint.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D1691A84-06BE-8D8B-512B-DEBB4C34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113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249" y="129697"/>
            <a:ext cx="5326626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Practices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86249" y="1457054"/>
            <a:ext cx="11005984" cy="52534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meeting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minute daily meeting.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 members show up.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mention what they did since last Scrum, any obstacles encountered, and what they will do next.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team members are appointed to be the Scrum Master-in charge of Scrum meeting, and responsible for seeing that issues raised get addressed.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Customers,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officials are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encouraged to observe.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77F39979-9C46-6507-C4FD-E867CC6AC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97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77181"/>
            <a:ext cx="5513439" cy="814746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1376515"/>
            <a:ext cx="10805651" cy="507344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Robert C. Martin, Agile Software Development, Principles, Patterns and Practices, Prentice Hall, 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Alistair Cockburn, Agile Software Development: The Cooperative Game, Addison Wesley, 2006.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https://www.scrum.org/resources/what-is-scrum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/last accessed on 11 August 2024.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:\Users\User\Desktop\NAAC\gla-full.png">
            <a:extLst>
              <a:ext uri="{FF2B5EF4-FFF2-40B4-BE49-F238E27FC236}">
                <a16:creationId xmlns:a16="http://schemas.microsoft.com/office/drawing/2014/main" id="{625A628A-7BE8-C44B-46BB-2F2897725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462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Agile Frameworks</vt:lpstr>
      <vt:lpstr>Scrum Introduction</vt:lpstr>
      <vt:lpstr>Agile – Scrum Framework</vt:lpstr>
      <vt:lpstr>Scrum Introduction</vt:lpstr>
      <vt:lpstr>Scrum Practices</vt:lpstr>
      <vt:lpstr>Scrum Practices</vt:lpstr>
      <vt:lpstr>Scrum Practices</vt:lpstr>
      <vt:lpstr>Scrum Practices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Nikhil Govil</cp:lastModifiedBy>
  <cp:revision>242</cp:revision>
  <dcterms:created xsi:type="dcterms:W3CDTF">2020-08-05T08:53:59Z</dcterms:created>
  <dcterms:modified xsi:type="dcterms:W3CDTF">2024-08-26T11:06:10Z</dcterms:modified>
</cp:coreProperties>
</file>