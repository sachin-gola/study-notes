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98" r:id="rId2"/>
    <p:sldId id="311" r:id="rId3"/>
    <p:sldId id="323" r:id="rId4"/>
    <p:sldId id="324" r:id="rId5"/>
    <p:sldId id="325" r:id="rId6"/>
    <p:sldId id="312" r:id="rId7"/>
    <p:sldId id="277" r:id="rId8"/>
    <p:sldId id="309" r:id="rId9"/>
    <p:sldId id="313" r:id="rId10"/>
    <p:sldId id="314" r:id="rId11"/>
    <p:sldId id="315" r:id="rId12"/>
    <p:sldId id="316" r:id="rId13"/>
    <p:sldId id="317" r:id="rId14"/>
    <p:sldId id="318" r:id="rId15"/>
    <p:sldId id="319" r:id="rId16"/>
    <p:sldId id="320" r:id="rId17"/>
    <p:sldId id="321" r:id="rId18"/>
    <p:sldId id="322" r:id="rId19"/>
    <p:sldId id="266"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FBE1D7-7AC8-4C21-B5D2-BB082B45312B}" v="121" dt="2024-09-01T17:30:53.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 Govil" userId="a9719a31b8046b64" providerId="LiveId" clId="{A5FBE1D7-7AC8-4C21-B5D2-BB082B45312B}"/>
    <pc:docChg chg="custSel addSld delSld modSld">
      <pc:chgData name="Nikhil Govil" userId="a9719a31b8046b64" providerId="LiveId" clId="{A5FBE1D7-7AC8-4C21-B5D2-BB082B45312B}" dt="2024-09-01T17:30:53.389" v="200"/>
      <pc:docMkLst>
        <pc:docMk/>
      </pc:docMkLst>
      <pc:sldChg chg="del">
        <pc:chgData name="Nikhil Govil" userId="a9719a31b8046b64" providerId="LiveId" clId="{A5FBE1D7-7AC8-4C21-B5D2-BB082B45312B}" dt="2024-09-01T17:15:01.586" v="36" actId="47"/>
        <pc:sldMkLst>
          <pc:docMk/>
          <pc:sldMk cId="2864408307" sldId="256"/>
        </pc:sldMkLst>
      </pc:sldChg>
      <pc:sldChg chg="del">
        <pc:chgData name="Nikhil Govil" userId="a9719a31b8046b64" providerId="LiveId" clId="{A5FBE1D7-7AC8-4C21-B5D2-BB082B45312B}" dt="2024-09-01T17:15:30.441" v="38" actId="47"/>
        <pc:sldMkLst>
          <pc:docMk/>
          <pc:sldMk cId="1543913536" sldId="258"/>
        </pc:sldMkLst>
      </pc:sldChg>
      <pc:sldChg chg="addSp delSp modSp mod modAnim">
        <pc:chgData name="Nikhil Govil" userId="a9719a31b8046b64" providerId="LiveId" clId="{A5FBE1D7-7AC8-4C21-B5D2-BB082B45312B}" dt="2024-09-01T17:30:04.858" v="194" actId="27636"/>
        <pc:sldMkLst>
          <pc:docMk/>
          <pc:sldMk cId="3812273503" sldId="266"/>
        </pc:sldMkLst>
        <pc:spChg chg="mod">
          <ac:chgData name="Nikhil Govil" userId="a9719a31b8046b64" providerId="LiveId" clId="{A5FBE1D7-7AC8-4C21-B5D2-BB082B45312B}" dt="2024-09-01T17:30:04.858" v="194" actId="27636"/>
          <ac:spMkLst>
            <pc:docMk/>
            <pc:sldMk cId="3812273503" sldId="266"/>
            <ac:spMk id="3" creationId="{00000000-0000-0000-0000-000000000000}"/>
          </ac:spMkLst>
        </pc:spChg>
        <pc:picChg chg="del">
          <ac:chgData name="Nikhil Govil" userId="a9719a31b8046b64" providerId="LiveId" clId="{A5FBE1D7-7AC8-4C21-B5D2-BB082B45312B}" dt="2024-09-01T17:15:38.629" v="40" actId="478"/>
          <ac:picMkLst>
            <pc:docMk/>
            <pc:sldMk cId="3812273503" sldId="266"/>
            <ac:picMk id="4" creationId="{00000000-0000-0000-0000-000000000000}"/>
          </ac:picMkLst>
        </pc:picChg>
        <pc:picChg chg="add mod">
          <ac:chgData name="Nikhil Govil" userId="a9719a31b8046b64" providerId="LiveId" clId="{A5FBE1D7-7AC8-4C21-B5D2-BB082B45312B}" dt="2024-09-01T17:15:36.537" v="39"/>
          <ac:picMkLst>
            <pc:docMk/>
            <pc:sldMk cId="3812273503" sldId="266"/>
            <ac:picMk id="5" creationId="{C7206135-CA37-F597-9ECC-73324D63D6C5}"/>
          </ac:picMkLst>
        </pc:picChg>
      </pc:sldChg>
      <pc:sldChg chg="addSp delSp modSp mod modAnim">
        <pc:chgData name="Nikhil Govil" userId="a9719a31b8046b64" providerId="LiveId" clId="{A5FBE1D7-7AC8-4C21-B5D2-BB082B45312B}" dt="2024-09-01T17:26:00.218" v="171" actId="27636"/>
        <pc:sldMkLst>
          <pc:docMk/>
          <pc:sldMk cId="2321678347" sldId="277"/>
        </pc:sldMkLst>
        <pc:spChg chg="mod">
          <ac:chgData name="Nikhil Govil" userId="a9719a31b8046b64" providerId="LiveId" clId="{A5FBE1D7-7AC8-4C21-B5D2-BB082B45312B}" dt="2024-09-01T17:26:00.218" v="171" actId="27636"/>
          <ac:spMkLst>
            <pc:docMk/>
            <pc:sldMk cId="2321678347" sldId="277"/>
            <ac:spMk id="5" creationId="{00000000-0000-0000-0000-000000000000}"/>
          </ac:spMkLst>
        </pc:spChg>
        <pc:picChg chg="add mod">
          <ac:chgData name="Nikhil Govil" userId="a9719a31b8046b64" providerId="LiveId" clId="{A5FBE1D7-7AC8-4C21-B5D2-BB082B45312B}" dt="2024-09-01T17:16:41.307" v="63"/>
          <ac:picMkLst>
            <pc:docMk/>
            <pc:sldMk cId="2321678347" sldId="277"/>
            <ac:picMk id="3" creationId="{2DD9B502-14BB-BD77-1461-91D69859E7CE}"/>
          </ac:picMkLst>
        </pc:picChg>
        <pc:picChg chg="del">
          <ac:chgData name="Nikhil Govil" userId="a9719a31b8046b64" providerId="LiveId" clId="{A5FBE1D7-7AC8-4C21-B5D2-BB082B45312B}" dt="2024-09-01T17:16:00.203" v="46" actId="478"/>
          <ac:picMkLst>
            <pc:docMk/>
            <pc:sldMk cId="2321678347" sldId="277"/>
            <ac:picMk id="4" creationId="{00000000-0000-0000-0000-000000000000}"/>
          </ac:picMkLst>
        </pc:picChg>
      </pc:sldChg>
      <pc:sldChg chg="add del">
        <pc:chgData name="Nikhil Govil" userId="a9719a31b8046b64" providerId="LiveId" clId="{A5FBE1D7-7AC8-4C21-B5D2-BB082B45312B}" dt="2024-09-01T17:15:43.200" v="42" actId="2696"/>
        <pc:sldMkLst>
          <pc:docMk/>
          <pc:sldMk cId="1148068223" sldId="279"/>
        </pc:sldMkLst>
      </pc:sldChg>
      <pc:sldChg chg="add">
        <pc:chgData name="Nikhil Govil" userId="a9719a31b8046b64" providerId="LiveId" clId="{A5FBE1D7-7AC8-4C21-B5D2-BB082B45312B}" dt="2024-09-01T17:15:44.935" v="43"/>
        <pc:sldMkLst>
          <pc:docMk/>
          <pc:sldMk cId="1650533418" sldId="279"/>
        </pc:sldMkLst>
      </pc:sldChg>
      <pc:sldChg chg="addSp delSp modSp add mod">
        <pc:chgData name="Nikhil Govil" userId="a9719a31b8046b64" providerId="LiveId" clId="{A5FBE1D7-7AC8-4C21-B5D2-BB082B45312B}" dt="2024-09-01T17:30:35.063" v="196" actId="1076"/>
        <pc:sldMkLst>
          <pc:docMk/>
          <pc:sldMk cId="1681087341" sldId="298"/>
        </pc:sldMkLst>
        <pc:spChg chg="mod">
          <ac:chgData name="Nikhil Govil" userId="a9719a31b8046b64" providerId="LiveId" clId="{A5FBE1D7-7AC8-4C21-B5D2-BB082B45312B}" dt="2024-09-01T17:23:14.115" v="106" actId="6549"/>
          <ac:spMkLst>
            <pc:docMk/>
            <pc:sldMk cId="1681087341" sldId="298"/>
            <ac:spMk id="3" creationId="{00000000-0000-0000-0000-000000000000}"/>
          </ac:spMkLst>
        </pc:spChg>
        <pc:spChg chg="mod">
          <ac:chgData name="Nikhil Govil" userId="a9719a31b8046b64" providerId="LiveId" clId="{A5FBE1D7-7AC8-4C21-B5D2-BB082B45312B}" dt="2024-09-01T17:14:49.126" v="33" actId="1076"/>
          <ac:spMkLst>
            <pc:docMk/>
            <pc:sldMk cId="1681087341" sldId="298"/>
            <ac:spMk id="8" creationId="{00000000-0000-0000-0000-000000000000}"/>
          </ac:spMkLst>
        </pc:spChg>
        <pc:picChg chg="del">
          <ac:chgData name="Nikhil Govil" userId="a9719a31b8046b64" providerId="LiveId" clId="{A5FBE1D7-7AC8-4C21-B5D2-BB082B45312B}" dt="2024-09-01T17:14:21.940" v="3" actId="478"/>
          <ac:picMkLst>
            <pc:docMk/>
            <pc:sldMk cId="1681087341" sldId="298"/>
            <ac:picMk id="2" creationId="{D31BB3BB-EF77-EF45-8A58-D07447082644}"/>
          </ac:picMkLst>
        </pc:picChg>
        <pc:picChg chg="add mod">
          <ac:chgData name="Nikhil Govil" userId="a9719a31b8046b64" providerId="LiveId" clId="{A5FBE1D7-7AC8-4C21-B5D2-BB082B45312B}" dt="2024-09-01T17:30:21.957" v="195" actId="1076"/>
          <ac:picMkLst>
            <pc:docMk/>
            <pc:sldMk cId="1681087341" sldId="298"/>
            <ac:picMk id="4" creationId="{6360A944-BB23-27AB-D616-E07215D69067}"/>
          </ac:picMkLst>
        </pc:picChg>
        <pc:picChg chg="mod">
          <ac:chgData name="Nikhil Govil" userId="a9719a31b8046b64" providerId="LiveId" clId="{A5FBE1D7-7AC8-4C21-B5D2-BB082B45312B}" dt="2024-09-01T17:30:35.063" v="196" actId="1076"/>
          <ac:picMkLst>
            <pc:docMk/>
            <pc:sldMk cId="1681087341" sldId="298"/>
            <ac:picMk id="7" creationId="{00000000-0000-0000-0000-000000000000}"/>
          </ac:picMkLst>
        </pc:picChg>
      </pc:sldChg>
      <pc:sldChg chg="addSp delSp modSp mod">
        <pc:chgData name="Nikhil Govil" userId="a9719a31b8046b64" providerId="LiveId" clId="{A5FBE1D7-7AC8-4C21-B5D2-BB082B45312B}" dt="2024-09-01T17:16:42.704" v="64"/>
        <pc:sldMkLst>
          <pc:docMk/>
          <pc:sldMk cId="3772919848" sldId="309"/>
        </pc:sldMkLst>
        <pc:picChg chg="add mod">
          <ac:chgData name="Nikhil Govil" userId="a9719a31b8046b64" providerId="LiveId" clId="{A5FBE1D7-7AC8-4C21-B5D2-BB082B45312B}" dt="2024-09-01T17:16:42.704" v="64"/>
          <ac:picMkLst>
            <pc:docMk/>
            <pc:sldMk cId="3772919848" sldId="309"/>
            <ac:picMk id="3" creationId="{33F79A9A-5076-63B3-B918-5A6A543B7FD9}"/>
          </ac:picMkLst>
        </pc:picChg>
        <pc:picChg chg="del">
          <ac:chgData name="Nikhil Govil" userId="a9719a31b8046b64" providerId="LiveId" clId="{A5FBE1D7-7AC8-4C21-B5D2-BB082B45312B}" dt="2024-09-01T17:16:01.814" v="47" actId="478"/>
          <ac:picMkLst>
            <pc:docMk/>
            <pc:sldMk cId="3772919848" sldId="309"/>
            <ac:picMk id="4" creationId="{00000000-0000-0000-0000-000000000000}"/>
          </ac:picMkLst>
        </pc:picChg>
      </pc:sldChg>
      <pc:sldChg chg="addSp delSp modSp mod modAnim">
        <pc:chgData name="Nikhil Govil" userId="a9719a31b8046b64" providerId="LiveId" clId="{A5FBE1D7-7AC8-4C21-B5D2-BB082B45312B}" dt="2024-09-01T17:30:53.389" v="200"/>
        <pc:sldMkLst>
          <pc:docMk/>
          <pc:sldMk cId="46039146" sldId="311"/>
        </pc:sldMkLst>
        <pc:spChg chg="mod">
          <ac:chgData name="Nikhil Govil" userId="a9719a31b8046b64" providerId="LiveId" clId="{A5FBE1D7-7AC8-4C21-B5D2-BB082B45312B}" dt="2024-09-01T17:30:47.295" v="198" actId="1076"/>
          <ac:spMkLst>
            <pc:docMk/>
            <pc:sldMk cId="46039146" sldId="311"/>
            <ac:spMk id="5" creationId="{00000000-0000-0000-0000-000000000000}"/>
          </ac:spMkLst>
        </pc:spChg>
        <pc:picChg chg="add mod">
          <ac:chgData name="Nikhil Govil" userId="a9719a31b8046b64" providerId="LiveId" clId="{A5FBE1D7-7AC8-4C21-B5D2-BB082B45312B}" dt="2024-09-01T17:16:37.578" v="61"/>
          <ac:picMkLst>
            <pc:docMk/>
            <pc:sldMk cId="46039146" sldId="311"/>
            <ac:picMk id="3" creationId="{F89C2530-DA2A-28DF-11C9-A3998D191EE4}"/>
          </ac:picMkLst>
        </pc:picChg>
        <pc:picChg chg="del">
          <ac:chgData name="Nikhil Govil" userId="a9719a31b8046b64" providerId="LiveId" clId="{A5FBE1D7-7AC8-4C21-B5D2-BB082B45312B}" dt="2024-09-01T17:15:56.391" v="44" actId="478"/>
          <ac:picMkLst>
            <pc:docMk/>
            <pc:sldMk cId="46039146" sldId="311"/>
            <ac:picMk id="4" creationId="{00000000-0000-0000-0000-000000000000}"/>
          </ac:picMkLst>
        </pc:picChg>
      </pc:sldChg>
      <pc:sldChg chg="addSp delSp modSp mod">
        <pc:chgData name="Nikhil Govil" userId="a9719a31b8046b64" providerId="LiveId" clId="{A5FBE1D7-7AC8-4C21-B5D2-BB082B45312B}" dt="2024-09-01T17:16:39.490" v="62"/>
        <pc:sldMkLst>
          <pc:docMk/>
          <pc:sldMk cId="2146550935" sldId="312"/>
        </pc:sldMkLst>
        <pc:picChg chg="add mod">
          <ac:chgData name="Nikhil Govil" userId="a9719a31b8046b64" providerId="LiveId" clId="{A5FBE1D7-7AC8-4C21-B5D2-BB082B45312B}" dt="2024-09-01T17:16:39.490" v="62"/>
          <ac:picMkLst>
            <pc:docMk/>
            <pc:sldMk cId="2146550935" sldId="312"/>
            <ac:picMk id="3" creationId="{540F3AE4-5DEF-94BC-F675-2273E63E49ED}"/>
          </ac:picMkLst>
        </pc:picChg>
        <pc:picChg chg="del">
          <ac:chgData name="Nikhil Govil" userId="a9719a31b8046b64" providerId="LiveId" clId="{A5FBE1D7-7AC8-4C21-B5D2-BB082B45312B}" dt="2024-09-01T17:15:58.673" v="45" actId="478"/>
          <ac:picMkLst>
            <pc:docMk/>
            <pc:sldMk cId="2146550935" sldId="312"/>
            <ac:picMk id="4" creationId="{00000000-0000-0000-0000-000000000000}"/>
          </ac:picMkLst>
        </pc:picChg>
      </pc:sldChg>
      <pc:sldChg chg="addSp delSp modSp mod">
        <pc:chgData name="Nikhil Govil" userId="a9719a31b8046b64" providerId="LiveId" clId="{A5FBE1D7-7AC8-4C21-B5D2-BB082B45312B}" dt="2024-09-01T17:16:44.592" v="65"/>
        <pc:sldMkLst>
          <pc:docMk/>
          <pc:sldMk cId="927957462" sldId="313"/>
        </pc:sldMkLst>
        <pc:picChg chg="add mod">
          <ac:chgData name="Nikhil Govil" userId="a9719a31b8046b64" providerId="LiveId" clId="{A5FBE1D7-7AC8-4C21-B5D2-BB082B45312B}" dt="2024-09-01T17:16:44.592" v="65"/>
          <ac:picMkLst>
            <pc:docMk/>
            <pc:sldMk cId="927957462" sldId="313"/>
            <ac:picMk id="3" creationId="{208A6357-017C-0D65-9B26-C6D7091E087C}"/>
          </ac:picMkLst>
        </pc:picChg>
        <pc:picChg chg="del">
          <ac:chgData name="Nikhil Govil" userId="a9719a31b8046b64" providerId="LiveId" clId="{A5FBE1D7-7AC8-4C21-B5D2-BB082B45312B}" dt="2024-09-01T17:16:03.891" v="48" actId="478"/>
          <ac:picMkLst>
            <pc:docMk/>
            <pc:sldMk cId="927957462" sldId="313"/>
            <ac:picMk id="4" creationId="{00000000-0000-0000-0000-000000000000}"/>
          </ac:picMkLst>
        </pc:picChg>
      </pc:sldChg>
      <pc:sldChg chg="addSp delSp modSp mod">
        <pc:chgData name="Nikhil Govil" userId="a9719a31b8046b64" providerId="LiveId" clId="{A5FBE1D7-7AC8-4C21-B5D2-BB082B45312B}" dt="2024-09-01T17:16:45.980" v="66"/>
        <pc:sldMkLst>
          <pc:docMk/>
          <pc:sldMk cId="826328097" sldId="314"/>
        </pc:sldMkLst>
        <pc:picChg chg="add mod">
          <ac:chgData name="Nikhil Govil" userId="a9719a31b8046b64" providerId="LiveId" clId="{A5FBE1D7-7AC8-4C21-B5D2-BB082B45312B}" dt="2024-09-01T17:16:45.980" v="66"/>
          <ac:picMkLst>
            <pc:docMk/>
            <pc:sldMk cId="826328097" sldId="314"/>
            <ac:picMk id="3" creationId="{AD0E9D0D-D44A-EB98-2A0C-BBDBCA8D68D4}"/>
          </ac:picMkLst>
        </pc:picChg>
        <pc:picChg chg="del">
          <ac:chgData name="Nikhil Govil" userId="a9719a31b8046b64" providerId="LiveId" clId="{A5FBE1D7-7AC8-4C21-B5D2-BB082B45312B}" dt="2024-09-01T17:16:05.164" v="49" actId="478"/>
          <ac:picMkLst>
            <pc:docMk/>
            <pc:sldMk cId="826328097" sldId="314"/>
            <ac:picMk id="4" creationId="{00000000-0000-0000-0000-000000000000}"/>
          </ac:picMkLst>
        </pc:picChg>
      </pc:sldChg>
      <pc:sldChg chg="addSp delSp modSp mod">
        <pc:chgData name="Nikhil Govil" userId="a9719a31b8046b64" providerId="LiveId" clId="{A5FBE1D7-7AC8-4C21-B5D2-BB082B45312B}" dt="2024-09-01T17:16:47.327" v="67"/>
        <pc:sldMkLst>
          <pc:docMk/>
          <pc:sldMk cId="354372383" sldId="315"/>
        </pc:sldMkLst>
        <pc:picChg chg="add mod">
          <ac:chgData name="Nikhil Govil" userId="a9719a31b8046b64" providerId="LiveId" clId="{A5FBE1D7-7AC8-4C21-B5D2-BB082B45312B}" dt="2024-09-01T17:16:47.327" v="67"/>
          <ac:picMkLst>
            <pc:docMk/>
            <pc:sldMk cId="354372383" sldId="315"/>
            <ac:picMk id="3" creationId="{2F868D80-1119-C79B-C62B-6263589C37DD}"/>
          </ac:picMkLst>
        </pc:picChg>
        <pc:picChg chg="del">
          <ac:chgData name="Nikhil Govil" userId="a9719a31b8046b64" providerId="LiveId" clId="{A5FBE1D7-7AC8-4C21-B5D2-BB082B45312B}" dt="2024-09-01T17:16:06.496" v="50" actId="478"/>
          <ac:picMkLst>
            <pc:docMk/>
            <pc:sldMk cId="354372383" sldId="315"/>
            <ac:picMk id="4" creationId="{00000000-0000-0000-0000-000000000000}"/>
          </ac:picMkLst>
        </pc:picChg>
      </pc:sldChg>
      <pc:sldChg chg="addSp delSp modSp mod">
        <pc:chgData name="Nikhil Govil" userId="a9719a31b8046b64" providerId="LiveId" clId="{A5FBE1D7-7AC8-4C21-B5D2-BB082B45312B}" dt="2024-09-01T17:16:48.918" v="68"/>
        <pc:sldMkLst>
          <pc:docMk/>
          <pc:sldMk cId="1587376359" sldId="316"/>
        </pc:sldMkLst>
        <pc:picChg chg="add mod">
          <ac:chgData name="Nikhil Govil" userId="a9719a31b8046b64" providerId="LiveId" clId="{A5FBE1D7-7AC8-4C21-B5D2-BB082B45312B}" dt="2024-09-01T17:16:48.918" v="68"/>
          <ac:picMkLst>
            <pc:docMk/>
            <pc:sldMk cId="1587376359" sldId="316"/>
            <ac:picMk id="3" creationId="{B35FC3F3-E04B-6F9C-0AE3-5F03A0BBF7D6}"/>
          </ac:picMkLst>
        </pc:picChg>
        <pc:picChg chg="del">
          <ac:chgData name="Nikhil Govil" userId="a9719a31b8046b64" providerId="LiveId" clId="{A5FBE1D7-7AC8-4C21-B5D2-BB082B45312B}" dt="2024-09-01T17:16:08.914" v="51" actId="478"/>
          <ac:picMkLst>
            <pc:docMk/>
            <pc:sldMk cId="1587376359" sldId="316"/>
            <ac:picMk id="4" creationId="{00000000-0000-0000-0000-000000000000}"/>
          </ac:picMkLst>
        </pc:picChg>
      </pc:sldChg>
      <pc:sldChg chg="addSp delSp modSp mod modAnim">
        <pc:chgData name="Nikhil Govil" userId="a9719a31b8046b64" providerId="LiveId" clId="{A5FBE1D7-7AC8-4C21-B5D2-BB082B45312B}" dt="2024-09-01T17:28:11.609" v="176" actId="27636"/>
        <pc:sldMkLst>
          <pc:docMk/>
          <pc:sldMk cId="2074465170" sldId="317"/>
        </pc:sldMkLst>
        <pc:spChg chg="mod">
          <ac:chgData name="Nikhil Govil" userId="a9719a31b8046b64" providerId="LiveId" clId="{A5FBE1D7-7AC8-4C21-B5D2-BB082B45312B}" dt="2024-09-01T17:28:11.609" v="176" actId="27636"/>
          <ac:spMkLst>
            <pc:docMk/>
            <pc:sldMk cId="2074465170" sldId="317"/>
            <ac:spMk id="5" creationId="{00000000-0000-0000-0000-000000000000}"/>
          </ac:spMkLst>
        </pc:spChg>
        <pc:picChg chg="add mod">
          <ac:chgData name="Nikhil Govil" userId="a9719a31b8046b64" providerId="LiveId" clId="{A5FBE1D7-7AC8-4C21-B5D2-BB082B45312B}" dt="2024-09-01T17:16:50.431" v="69"/>
          <ac:picMkLst>
            <pc:docMk/>
            <pc:sldMk cId="2074465170" sldId="317"/>
            <ac:picMk id="3" creationId="{BD229AEB-C8C3-13E5-B9FA-AF27F1DC7BC9}"/>
          </ac:picMkLst>
        </pc:picChg>
        <pc:picChg chg="del">
          <ac:chgData name="Nikhil Govil" userId="a9719a31b8046b64" providerId="LiveId" clId="{A5FBE1D7-7AC8-4C21-B5D2-BB082B45312B}" dt="2024-09-01T17:16:20.691" v="56" actId="478"/>
          <ac:picMkLst>
            <pc:docMk/>
            <pc:sldMk cId="2074465170" sldId="317"/>
            <ac:picMk id="4" creationId="{00000000-0000-0000-0000-000000000000}"/>
          </ac:picMkLst>
        </pc:picChg>
      </pc:sldChg>
      <pc:sldChg chg="addSp delSp modSp mod modAnim">
        <pc:chgData name="Nikhil Govil" userId="a9719a31b8046b64" providerId="LiveId" clId="{A5FBE1D7-7AC8-4C21-B5D2-BB082B45312B}" dt="2024-09-01T17:28:31.753" v="178" actId="27636"/>
        <pc:sldMkLst>
          <pc:docMk/>
          <pc:sldMk cId="268651153" sldId="318"/>
        </pc:sldMkLst>
        <pc:spChg chg="mod">
          <ac:chgData name="Nikhil Govil" userId="a9719a31b8046b64" providerId="LiveId" clId="{A5FBE1D7-7AC8-4C21-B5D2-BB082B45312B}" dt="2024-09-01T17:28:31.753" v="178" actId="27636"/>
          <ac:spMkLst>
            <pc:docMk/>
            <pc:sldMk cId="268651153" sldId="318"/>
            <ac:spMk id="5" creationId="{00000000-0000-0000-0000-000000000000}"/>
          </ac:spMkLst>
        </pc:spChg>
        <pc:picChg chg="add mod">
          <ac:chgData name="Nikhil Govil" userId="a9719a31b8046b64" providerId="LiveId" clId="{A5FBE1D7-7AC8-4C21-B5D2-BB082B45312B}" dt="2024-09-01T17:16:51.994" v="70"/>
          <ac:picMkLst>
            <pc:docMk/>
            <pc:sldMk cId="268651153" sldId="318"/>
            <ac:picMk id="3" creationId="{C188B1D9-EF71-2967-FE98-A23356DE7437}"/>
          </ac:picMkLst>
        </pc:picChg>
        <pc:picChg chg="del">
          <ac:chgData name="Nikhil Govil" userId="a9719a31b8046b64" providerId="LiveId" clId="{A5FBE1D7-7AC8-4C21-B5D2-BB082B45312B}" dt="2024-09-01T17:16:18.881" v="55" actId="478"/>
          <ac:picMkLst>
            <pc:docMk/>
            <pc:sldMk cId="268651153" sldId="318"/>
            <ac:picMk id="4" creationId="{00000000-0000-0000-0000-000000000000}"/>
          </ac:picMkLst>
        </pc:picChg>
      </pc:sldChg>
      <pc:sldChg chg="addSp delSp modSp mod">
        <pc:chgData name="Nikhil Govil" userId="a9719a31b8046b64" providerId="LiveId" clId="{A5FBE1D7-7AC8-4C21-B5D2-BB082B45312B}" dt="2024-09-01T17:16:53.342" v="71"/>
        <pc:sldMkLst>
          <pc:docMk/>
          <pc:sldMk cId="1834977768" sldId="319"/>
        </pc:sldMkLst>
        <pc:picChg chg="add mod">
          <ac:chgData name="Nikhil Govil" userId="a9719a31b8046b64" providerId="LiveId" clId="{A5FBE1D7-7AC8-4C21-B5D2-BB082B45312B}" dt="2024-09-01T17:16:53.342" v="71"/>
          <ac:picMkLst>
            <pc:docMk/>
            <pc:sldMk cId="1834977768" sldId="319"/>
            <ac:picMk id="3" creationId="{EF6EF8C0-FE1A-C5FE-E318-E7D94806FDD8}"/>
          </ac:picMkLst>
        </pc:picChg>
        <pc:picChg chg="del">
          <ac:chgData name="Nikhil Govil" userId="a9719a31b8046b64" providerId="LiveId" clId="{A5FBE1D7-7AC8-4C21-B5D2-BB082B45312B}" dt="2024-09-01T17:16:17.006" v="54" actId="478"/>
          <ac:picMkLst>
            <pc:docMk/>
            <pc:sldMk cId="1834977768" sldId="319"/>
            <ac:picMk id="4" creationId="{00000000-0000-0000-0000-000000000000}"/>
          </ac:picMkLst>
        </pc:picChg>
      </pc:sldChg>
      <pc:sldChg chg="addSp delSp modSp mod">
        <pc:chgData name="Nikhil Govil" userId="a9719a31b8046b64" providerId="LiveId" clId="{A5FBE1D7-7AC8-4C21-B5D2-BB082B45312B}" dt="2024-09-01T17:29:12.910" v="185" actId="20577"/>
        <pc:sldMkLst>
          <pc:docMk/>
          <pc:sldMk cId="3102355318" sldId="320"/>
        </pc:sldMkLst>
        <pc:spChg chg="mod">
          <ac:chgData name="Nikhil Govil" userId="a9719a31b8046b64" providerId="LiveId" clId="{A5FBE1D7-7AC8-4C21-B5D2-BB082B45312B}" dt="2024-09-01T17:29:12.910" v="185" actId="20577"/>
          <ac:spMkLst>
            <pc:docMk/>
            <pc:sldMk cId="3102355318" sldId="320"/>
            <ac:spMk id="5" creationId="{00000000-0000-0000-0000-000000000000}"/>
          </ac:spMkLst>
        </pc:spChg>
        <pc:picChg chg="add mod">
          <ac:chgData name="Nikhil Govil" userId="a9719a31b8046b64" providerId="LiveId" clId="{A5FBE1D7-7AC8-4C21-B5D2-BB082B45312B}" dt="2024-09-01T17:16:54.785" v="72"/>
          <ac:picMkLst>
            <pc:docMk/>
            <pc:sldMk cId="3102355318" sldId="320"/>
            <ac:picMk id="3" creationId="{F4E0E7D5-A81F-74EB-1786-E86311025DBC}"/>
          </ac:picMkLst>
        </pc:picChg>
        <pc:picChg chg="del">
          <ac:chgData name="Nikhil Govil" userId="a9719a31b8046b64" providerId="LiveId" clId="{A5FBE1D7-7AC8-4C21-B5D2-BB082B45312B}" dt="2024-09-01T17:16:13.239" v="52" actId="478"/>
          <ac:picMkLst>
            <pc:docMk/>
            <pc:sldMk cId="3102355318" sldId="320"/>
            <ac:picMk id="4" creationId="{00000000-0000-0000-0000-000000000000}"/>
          </ac:picMkLst>
        </pc:picChg>
      </pc:sldChg>
      <pc:sldChg chg="addSp delSp modSp mod">
        <pc:chgData name="Nikhil Govil" userId="a9719a31b8046b64" providerId="LiveId" clId="{A5FBE1D7-7AC8-4C21-B5D2-BB082B45312B}" dt="2024-09-01T17:16:56.301" v="73"/>
        <pc:sldMkLst>
          <pc:docMk/>
          <pc:sldMk cId="3434154830" sldId="321"/>
        </pc:sldMkLst>
        <pc:picChg chg="add mod">
          <ac:chgData name="Nikhil Govil" userId="a9719a31b8046b64" providerId="LiveId" clId="{A5FBE1D7-7AC8-4C21-B5D2-BB082B45312B}" dt="2024-09-01T17:16:56.301" v="73"/>
          <ac:picMkLst>
            <pc:docMk/>
            <pc:sldMk cId="3434154830" sldId="321"/>
            <ac:picMk id="3" creationId="{70F37675-AE32-D6C5-5F3A-3F7832FCF1EE}"/>
          </ac:picMkLst>
        </pc:picChg>
        <pc:picChg chg="del">
          <ac:chgData name="Nikhil Govil" userId="a9719a31b8046b64" providerId="LiveId" clId="{A5FBE1D7-7AC8-4C21-B5D2-BB082B45312B}" dt="2024-09-01T17:16:15.830" v="53" actId="478"/>
          <ac:picMkLst>
            <pc:docMk/>
            <pc:sldMk cId="3434154830" sldId="321"/>
            <ac:picMk id="4" creationId="{00000000-0000-0000-0000-000000000000}"/>
          </ac:picMkLst>
        </pc:picChg>
      </pc:sldChg>
      <pc:sldChg chg="addSp delSp modSp mod">
        <pc:chgData name="Nikhil Govil" userId="a9719a31b8046b64" providerId="LiveId" clId="{A5FBE1D7-7AC8-4C21-B5D2-BB082B45312B}" dt="2024-09-01T17:16:57.729" v="74"/>
        <pc:sldMkLst>
          <pc:docMk/>
          <pc:sldMk cId="2491585325" sldId="322"/>
        </pc:sldMkLst>
        <pc:picChg chg="add mod">
          <ac:chgData name="Nikhil Govil" userId="a9719a31b8046b64" providerId="LiveId" clId="{A5FBE1D7-7AC8-4C21-B5D2-BB082B45312B}" dt="2024-09-01T17:16:57.729" v="74"/>
          <ac:picMkLst>
            <pc:docMk/>
            <pc:sldMk cId="2491585325" sldId="322"/>
            <ac:picMk id="3" creationId="{05A4E487-40F6-D310-4DC2-EE153F61675E}"/>
          </ac:picMkLst>
        </pc:picChg>
        <pc:picChg chg="del">
          <ac:chgData name="Nikhil Govil" userId="a9719a31b8046b64" providerId="LiveId" clId="{A5FBE1D7-7AC8-4C21-B5D2-BB082B45312B}" dt="2024-09-01T17:16:24.254" v="57" actId="478"/>
          <ac:picMkLst>
            <pc:docMk/>
            <pc:sldMk cId="2491585325" sldId="322"/>
            <ac:picMk id="4" creationId="{00000000-0000-0000-0000-000000000000}"/>
          </ac:picMkLst>
        </pc:picChg>
      </pc:sldChg>
      <pc:sldChg chg="addSp delSp modSp del mod">
        <pc:chgData name="Nikhil Govil" userId="a9719a31b8046b64" providerId="LiveId" clId="{A5FBE1D7-7AC8-4C21-B5D2-BB082B45312B}" dt="2024-09-01T17:22:59.818" v="95" actId="2696"/>
        <pc:sldMkLst>
          <pc:docMk/>
          <pc:sldMk cId="562830883" sldId="323"/>
        </pc:sldMkLst>
        <pc:picChg chg="add mod">
          <ac:chgData name="Nikhil Govil" userId="a9719a31b8046b64" providerId="LiveId" clId="{A5FBE1D7-7AC8-4C21-B5D2-BB082B45312B}" dt="2024-09-01T17:16:59.227" v="75"/>
          <ac:picMkLst>
            <pc:docMk/>
            <pc:sldMk cId="562830883" sldId="323"/>
            <ac:picMk id="3" creationId="{50DB6E96-8CCE-A091-F642-2A388EB556E2}"/>
          </ac:picMkLst>
        </pc:picChg>
        <pc:picChg chg="del">
          <ac:chgData name="Nikhil Govil" userId="a9719a31b8046b64" providerId="LiveId" clId="{A5FBE1D7-7AC8-4C21-B5D2-BB082B45312B}" dt="2024-09-01T17:16:26.303" v="58" actId="478"/>
          <ac:picMkLst>
            <pc:docMk/>
            <pc:sldMk cId="562830883" sldId="323"/>
            <ac:picMk id="4" creationId="{00000000-0000-0000-0000-000000000000}"/>
          </ac:picMkLst>
        </pc:picChg>
      </pc:sldChg>
      <pc:sldChg chg="add">
        <pc:chgData name="Nikhil Govil" userId="a9719a31b8046b64" providerId="LiveId" clId="{A5FBE1D7-7AC8-4C21-B5D2-BB082B45312B}" dt="2024-09-01T17:23:03.790" v="96"/>
        <pc:sldMkLst>
          <pc:docMk/>
          <pc:sldMk cId="3027008249" sldId="323"/>
        </pc:sldMkLst>
      </pc:sldChg>
      <pc:sldChg chg="addSp delSp modSp del mod">
        <pc:chgData name="Nikhil Govil" userId="a9719a31b8046b64" providerId="LiveId" clId="{A5FBE1D7-7AC8-4C21-B5D2-BB082B45312B}" dt="2024-09-01T17:22:59.818" v="95" actId="2696"/>
        <pc:sldMkLst>
          <pc:docMk/>
          <pc:sldMk cId="150033590" sldId="324"/>
        </pc:sldMkLst>
        <pc:picChg chg="add mod">
          <ac:chgData name="Nikhil Govil" userId="a9719a31b8046b64" providerId="LiveId" clId="{A5FBE1D7-7AC8-4C21-B5D2-BB082B45312B}" dt="2024-09-01T17:17:00.718" v="76"/>
          <ac:picMkLst>
            <pc:docMk/>
            <pc:sldMk cId="150033590" sldId="324"/>
            <ac:picMk id="3" creationId="{D840F357-B881-48F4-51E5-17607D6EE60B}"/>
          </ac:picMkLst>
        </pc:picChg>
        <pc:picChg chg="del">
          <ac:chgData name="Nikhil Govil" userId="a9719a31b8046b64" providerId="LiveId" clId="{A5FBE1D7-7AC8-4C21-B5D2-BB082B45312B}" dt="2024-09-01T17:16:28.630" v="59" actId="478"/>
          <ac:picMkLst>
            <pc:docMk/>
            <pc:sldMk cId="150033590" sldId="324"/>
            <ac:picMk id="4" creationId="{00000000-0000-0000-0000-000000000000}"/>
          </ac:picMkLst>
        </pc:picChg>
      </pc:sldChg>
      <pc:sldChg chg="modSp add mod modAnim">
        <pc:chgData name="Nikhil Govil" userId="a9719a31b8046b64" providerId="LiveId" clId="{A5FBE1D7-7AC8-4C21-B5D2-BB082B45312B}" dt="2024-09-01T17:25:07.350" v="169" actId="27636"/>
        <pc:sldMkLst>
          <pc:docMk/>
          <pc:sldMk cId="3928587875" sldId="324"/>
        </pc:sldMkLst>
        <pc:spChg chg="mod">
          <ac:chgData name="Nikhil Govil" userId="a9719a31b8046b64" providerId="LiveId" clId="{A5FBE1D7-7AC8-4C21-B5D2-BB082B45312B}" dt="2024-09-01T17:25:07.350" v="169" actId="27636"/>
          <ac:spMkLst>
            <pc:docMk/>
            <pc:sldMk cId="3928587875" sldId="324"/>
            <ac:spMk id="5" creationId="{00000000-0000-0000-0000-000000000000}"/>
          </ac:spMkLst>
        </pc:spChg>
      </pc:sldChg>
      <pc:sldChg chg="add">
        <pc:chgData name="Nikhil Govil" userId="a9719a31b8046b64" providerId="LiveId" clId="{A5FBE1D7-7AC8-4C21-B5D2-BB082B45312B}" dt="2024-09-01T17:23:03.790" v="96"/>
        <pc:sldMkLst>
          <pc:docMk/>
          <pc:sldMk cId="967250601" sldId="325"/>
        </pc:sldMkLst>
      </pc:sldChg>
      <pc:sldChg chg="addSp delSp modSp del mod">
        <pc:chgData name="Nikhil Govil" userId="a9719a31b8046b64" providerId="LiveId" clId="{A5FBE1D7-7AC8-4C21-B5D2-BB082B45312B}" dt="2024-09-01T17:22:59.818" v="95" actId="2696"/>
        <pc:sldMkLst>
          <pc:docMk/>
          <pc:sldMk cId="1618142139" sldId="325"/>
        </pc:sldMkLst>
        <pc:picChg chg="del">
          <ac:chgData name="Nikhil Govil" userId="a9719a31b8046b64" providerId="LiveId" clId="{A5FBE1D7-7AC8-4C21-B5D2-BB082B45312B}" dt="2024-09-01T17:16:30.549" v="60" actId="478"/>
          <ac:picMkLst>
            <pc:docMk/>
            <pc:sldMk cId="1618142139" sldId="325"/>
            <ac:picMk id="4" creationId="{00000000-0000-0000-0000-000000000000}"/>
          </ac:picMkLst>
        </pc:picChg>
        <pc:picChg chg="add mod">
          <ac:chgData name="Nikhil Govil" userId="a9719a31b8046b64" providerId="LiveId" clId="{A5FBE1D7-7AC8-4C21-B5D2-BB082B45312B}" dt="2024-09-01T17:17:02.412" v="77"/>
          <ac:picMkLst>
            <pc:docMk/>
            <pc:sldMk cId="1618142139" sldId="325"/>
            <ac:picMk id="5" creationId="{9C29FBF7-54F9-331F-683E-84A0607A10E1}"/>
          </ac:picMkLst>
        </pc:picChg>
      </pc:sldChg>
      <pc:sldChg chg="add del">
        <pc:chgData name="Nikhil Govil" userId="a9719a31b8046b64" providerId="LiveId" clId="{A5FBE1D7-7AC8-4C21-B5D2-BB082B45312B}" dt="2024-09-01T17:15:41.523" v="41" actId="47"/>
        <pc:sldMkLst>
          <pc:docMk/>
          <pc:sldMk cId="1703239588"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62F1D-DDF7-4D25-969F-9E189E70E25A}" type="datetimeFigureOut">
              <a:rPr lang="en-US" smtClean="0"/>
              <a:t>9/1/2024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B1ED7-0276-4BA5-A6E3-6345F5A3A612}" type="slidenum">
              <a:rPr lang="en-US" smtClean="0"/>
              <a:t>‹#›</a:t>
            </a:fld>
            <a:endParaRPr lang="en-US"/>
          </a:p>
        </p:txBody>
      </p:sp>
    </p:spTree>
    <p:extLst>
      <p:ext uri="{BB962C8B-B14F-4D97-AF65-F5344CB8AC3E}">
        <p14:creationId xmlns:p14="http://schemas.microsoft.com/office/powerpoint/2010/main" val="157478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48287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165342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1649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7193A4-5682-4857-B400-E2CC1F3E3D88}"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612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7193A4-5682-4857-B400-E2CC1F3E3D88}" type="datetimeFigureOut">
              <a:rPr lang="en-US" smtClean="0"/>
              <a:t>9/1/2024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190999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7193A4-5682-4857-B400-E2CC1F3E3D88}" type="datetimeFigureOut">
              <a:rPr lang="en-US" smtClean="0"/>
              <a:t>9/1/2024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9365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193A4-5682-4857-B400-E2CC1F3E3D88}" type="datetimeFigureOut">
              <a:rPr lang="en-US" smtClean="0"/>
              <a:t>9/1/2024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328468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71508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4691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00390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717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193A4-5682-4857-B400-E2CC1F3E3D88}" type="datetimeFigureOut">
              <a:rPr lang="en-US" smtClean="0"/>
              <a:t>9/1/2024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A87CC-9811-4CA2-8053-9B67883B0DF8}" type="slidenum">
              <a:rPr lang="en-US" smtClean="0"/>
              <a:t>‹#›</a:t>
            </a:fld>
            <a:endParaRPr lang="en-US"/>
          </a:p>
        </p:txBody>
      </p:sp>
    </p:spTree>
    <p:extLst>
      <p:ext uri="{BB962C8B-B14F-4D97-AF65-F5344CB8AC3E}">
        <p14:creationId xmlns:p14="http://schemas.microsoft.com/office/powerpoint/2010/main" val="302959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torialspoint.com/kanban/index.ht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41364" y="2411271"/>
            <a:ext cx="6773725" cy="681934"/>
          </a:xfrm>
        </p:spPr>
        <p:txBody>
          <a:bodyPr>
            <a:noAutofit/>
          </a:bodyPr>
          <a:lstStyle/>
          <a:p>
            <a:r>
              <a:rPr lang="en-US" sz="4000" dirty="0">
                <a:latin typeface="Times New Roman" panose="02020603050405020304" pitchFamily="18" charset="0"/>
                <a:cs typeface="Times New Roman" panose="02020603050405020304" pitchFamily="18" charset="0"/>
              </a:rPr>
              <a:t>Topic:</a:t>
            </a:r>
            <a:r>
              <a:rPr lang="en-US" sz="4000" dirty="0">
                <a:solidFill>
                  <a:srgbClr val="FF0000"/>
                </a:solidFill>
                <a:latin typeface="Times New Roman" panose="02020603050405020304" pitchFamily="18" charset="0"/>
                <a:cs typeface="Times New Roman" panose="02020603050405020304" pitchFamily="18" charset="0"/>
              </a:rPr>
              <a:t> Kanban Framework</a:t>
            </a:r>
          </a:p>
        </p:txBody>
      </p:sp>
      <p:sp>
        <p:nvSpPr>
          <p:cNvPr id="8" name="Subtitle 2"/>
          <p:cNvSpPr txBox="1">
            <a:spLocks/>
          </p:cNvSpPr>
          <p:nvPr/>
        </p:nvSpPr>
        <p:spPr>
          <a:xfrm>
            <a:off x="1756227" y="1690040"/>
            <a:ext cx="9144000" cy="6819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Times New Roman" panose="02020603050405020304" pitchFamily="18" charset="0"/>
                <a:cs typeface="Times New Roman" panose="02020603050405020304" pitchFamily="18" charset="0"/>
              </a:rPr>
              <a:t>Agile Software Development</a:t>
            </a:r>
            <a:endParaRPr lang="en-US" sz="4000" dirty="0">
              <a:solidFill>
                <a:srgbClr val="00B050"/>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0" y="5624053"/>
            <a:ext cx="12191999" cy="1233948"/>
          </a:xfrm>
          <a:prstGeom prst="rect">
            <a:avLst/>
          </a:prstGeom>
          <a:solidFill>
            <a:schemeClr val="accent6">
              <a:lumMod val="75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solidFill>
                  <a:srgbClr val="FFFF00"/>
                </a:solidFill>
                <a:latin typeface="Souvenir" panose="02000503000000020003" pitchFamily="2" charset="0"/>
                <a:cs typeface="Times New Roman" panose="02020603050405020304" pitchFamily="18" charset="0"/>
              </a:rPr>
              <a:t>Dr. Nikhil Govil</a:t>
            </a:r>
          </a:p>
          <a:p>
            <a:r>
              <a:rPr lang="en-US" sz="2800" dirty="0">
                <a:solidFill>
                  <a:srgbClr val="FFFF00"/>
                </a:solidFill>
                <a:latin typeface="Souvenir" panose="02000503000000020003" pitchFamily="2" charset="0"/>
                <a:cs typeface="Times New Roman" panose="02020603050405020304" pitchFamily="18" charset="0"/>
              </a:rPr>
              <a:t>Associate Professor, Program Coordinator – B.Tech. (CSE), Dept. of CEA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456" y="99352"/>
            <a:ext cx="2723083" cy="1548379"/>
          </a:xfrm>
          <a:prstGeom prst="rect">
            <a:avLst/>
          </a:prstGeom>
        </p:spPr>
      </p:pic>
      <p:pic>
        <p:nvPicPr>
          <p:cNvPr id="4" name="Picture 3">
            <a:extLst>
              <a:ext uri="{FF2B5EF4-FFF2-40B4-BE49-F238E27FC236}">
                <a16:creationId xmlns:a16="http://schemas.microsoft.com/office/drawing/2014/main" id="{6360A944-BB23-27AB-D616-E07215D690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8692" y="3093205"/>
            <a:ext cx="3994613" cy="2446230"/>
          </a:xfrm>
          <a:prstGeom prst="rect">
            <a:avLst/>
          </a:prstGeom>
        </p:spPr>
      </p:pic>
    </p:spTree>
    <p:extLst>
      <p:ext uri="{BB962C8B-B14F-4D97-AF65-F5344CB8AC3E}">
        <p14:creationId xmlns:p14="http://schemas.microsoft.com/office/powerpoint/2010/main" val="168108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Topics To Be Covered</a:t>
            </a:r>
          </a:p>
        </p:txBody>
      </p:sp>
      <p:sp>
        <p:nvSpPr>
          <p:cNvPr id="5" name="Content Placeholder 2"/>
          <p:cNvSpPr>
            <a:spLocks noGrp="1"/>
          </p:cNvSpPr>
          <p:nvPr>
            <p:ph idx="1"/>
          </p:nvPr>
        </p:nvSpPr>
        <p:spPr>
          <a:xfrm>
            <a:off x="838200" y="2302630"/>
            <a:ext cx="10991235" cy="3498403"/>
          </a:xfrm>
        </p:spPr>
        <p:txBody>
          <a:bodyPr>
            <a:normAutofit/>
          </a:bodyPr>
          <a:lstStyle/>
          <a:p>
            <a:pPr algn="just"/>
            <a:r>
              <a:rPr lang="en-US" sz="3200" dirty="0">
                <a:latin typeface="Times New Roman" panose="02020603050405020304" pitchFamily="18" charset="0"/>
                <a:cs typeface="Times New Roman" panose="02020603050405020304" pitchFamily="18" charset="0"/>
              </a:rPr>
              <a:t>Kanban Board</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Kanban Introduction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Kanban Characteristics</a:t>
            </a:r>
          </a:p>
        </p:txBody>
      </p:sp>
      <p:pic>
        <p:nvPicPr>
          <p:cNvPr id="3" name="Picture 2" descr="C:\Users\User\Desktop\NAAC\gla-full.png">
            <a:extLst>
              <a:ext uri="{FF2B5EF4-FFF2-40B4-BE49-F238E27FC236}">
                <a16:creationId xmlns:a16="http://schemas.microsoft.com/office/drawing/2014/main" id="{F89C2530-DA2A-28DF-11C9-A3998D191EE4}"/>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4603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 calcmode="lin" valueType="num">
                                      <p:cBhvr additive="base">
                                        <p:cTn id="1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2474145"/>
            <a:ext cx="10515600" cy="1325563"/>
          </a:xfrm>
        </p:spPr>
        <p:txBody>
          <a:bodyPr>
            <a:normAutofit/>
          </a:bodyPr>
          <a:lstStyle/>
          <a:p>
            <a:pPr algn="ctr"/>
            <a:r>
              <a:rPr lang="en-US" sz="6000" b="1" dirty="0">
                <a:latin typeface="Times New Roman" panose="02020603050405020304" pitchFamily="18" charset="0"/>
                <a:cs typeface="Times New Roman" panose="02020603050405020304" pitchFamily="18" charset="0"/>
              </a:rPr>
              <a:t>Kanban Board</a:t>
            </a:r>
          </a:p>
        </p:txBody>
      </p:sp>
      <p:pic>
        <p:nvPicPr>
          <p:cNvPr id="3" name="Picture 2" descr="C:\Users\User\Desktop\NAAC\gla-full.png">
            <a:extLst>
              <a:ext uri="{FF2B5EF4-FFF2-40B4-BE49-F238E27FC236}">
                <a16:creationId xmlns:a16="http://schemas.microsoft.com/office/drawing/2014/main" id="{50DB6E96-8CCE-A091-F642-2A388EB556E2}"/>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02700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Kanban Board</a:t>
            </a:r>
          </a:p>
        </p:txBody>
      </p:sp>
      <p:sp>
        <p:nvSpPr>
          <p:cNvPr id="5" name="Content Placeholder 2"/>
          <p:cNvSpPr>
            <a:spLocks noGrp="1"/>
          </p:cNvSpPr>
          <p:nvPr>
            <p:ph idx="1"/>
          </p:nvPr>
        </p:nvSpPr>
        <p:spPr>
          <a:xfrm>
            <a:off x="792725" y="1710812"/>
            <a:ext cx="10991235" cy="4866969"/>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Agile-Kanban is a popular framework of Agile environment with Kanban approach.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In this, the Kanban board is used to visualize the workflow.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Kanban board is normally put up on a wall in the project room.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status and progress of the story development tasks is tracked visually on the Kanban board with flowing Kanban cards.</a:t>
            </a:r>
          </a:p>
        </p:txBody>
      </p:sp>
      <p:pic>
        <p:nvPicPr>
          <p:cNvPr id="3" name="Picture 2" descr="C:\Users\User\Desktop\NAAC\gla-full.png">
            <a:extLst>
              <a:ext uri="{FF2B5EF4-FFF2-40B4-BE49-F238E27FC236}">
                <a16:creationId xmlns:a16="http://schemas.microsoft.com/office/drawing/2014/main" id="{D840F357-B881-48F4-51E5-17607D6EE60B}"/>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92858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Kanban Board</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2541" y="1457054"/>
            <a:ext cx="8583562" cy="5012549"/>
          </a:xfrm>
          <a:prstGeom prst="rect">
            <a:avLst/>
          </a:prstGeom>
        </p:spPr>
      </p:pic>
      <p:pic>
        <p:nvPicPr>
          <p:cNvPr id="5" name="Picture 4" descr="C:\Users\User\Desktop\NAAC\gla-full.png">
            <a:extLst>
              <a:ext uri="{FF2B5EF4-FFF2-40B4-BE49-F238E27FC236}">
                <a16:creationId xmlns:a16="http://schemas.microsoft.com/office/drawing/2014/main" id="{9C29FBF7-54F9-331F-683E-84A0607A10E1}"/>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96725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2474145"/>
            <a:ext cx="10515600" cy="1325563"/>
          </a:xfrm>
        </p:spPr>
        <p:txBody>
          <a:bodyPr>
            <a:normAutofit/>
          </a:bodyPr>
          <a:lstStyle/>
          <a:p>
            <a:pPr algn="ctr"/>
            <a:r>
              <a:rPr lang="en-US" sz="6000" b="1" dirty="0">
                <a:latin typeface="Times New Roman" panose="02020603050405020304" pitchFamily="18" charset="0"/>
                <a:cs typeface="Times New Roman" panose="02020603050405020304" pitchFamily="18" charset="0"/>
              </a:rPr>
              <a:t>Kanban – Introduction </a:t>
            </a:r>
          </a:p>
        </p:txBody>
      </p:sp>
      <p:pic>
        <p:nvPicPr>
          <p:cNvPr id="3" name="Picture 2" descr="C:\Users\User\Desktop\NAAC\gla-full.png">
            <a:extLst>
              <a:ext uri="{FF2B5EF4-FFF2-40B4-BE49-F238E27FC236}">
                <a16:creationId xmlns:a16="http://schemas.microsoft.com/office/drawing/2014/main" id="{540F3AE4-5DEF-94BC-F675-2273E63E49ED}"/>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146550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What is Kanban?</a:t>
            </a:r>
          </a:p>
        </p:txBody>
      </p:sp>
      <p:sp>
        <p:nvSpPr>
          <p:cNvPr id="5" name="Content Placeholder 2"/>
          <p:cNvSpPr>
            <a:spLocks noGrp="1"/>
          </p:cNvSpPr>
          <p:nvPr>
            <p:ph idx="1"/>
          </p:nvPr>
        </p:nvSpPr>
        <p:spPr>
          <a:xfrm>
            <a:off x="792725" y="1457054"/>
            <a:ext cx="10991235" cy="5091230"/>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Kanban is one of the most popular Agile Framework.</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Kanban is a Japanese word that literally means “visual card”.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Kanban cards were originally used in Toyota to limit the amount of inventory tied up in “work in progress” on a manufacturing floor.</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Kanban not only reduces excess inventory waste, but also the time spent in producing it.</a:t>
            </a: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pic>
        <p:nvPicPr>
          <p:cNvPr id="3" name="Picture 2" descr="C:\Users\User\Desktop\NAAC\gla-full.png">
            <a:extLst>
              <a:ext uri="{FF2B5EF4-FFF2-40B4-BE49-F238E27FC236}">
                <a16:creationId xmlns:a16="http://schemas.microsoft.com/office/drawing/2014/main" id="{2DD9B502-14BB-BD77-1461-91D69859E7CE}"/>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321678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Kanban Core Concepts</a:t>
            </a:r>
          </a:p>
        </p:txBody>
      </p:sp>
      <p:sp>
        <p:nvSpPr>
          <p:cNvPr id="5" name="Content Placeholder 2"/>
          <p:cNvSpPr>
            <a:spLocks noGrp="1"/>
          </p:cNvSpPr>
          <p:nvPr>
            <p:ph idx="1"/>
          </p:nvPr>
        </p:nvSpPr>
        <p:spPr>
          <a:xfrm>
            <a:off x="792726" y="1457053"/>
            <a:ext cx="10858500" cy="5120727"/>
          </a:xfrm>
        </p:spPr>
        <p:txBody>
          <a:bodyPr>
            <a:normAutofit lnSpcReduction="10000"/>
          </a:bodyPr>
          <a:lstStyle/>
          <a:p>
            <a:pPr marL="0" indent="0" algn="just">
              <a:buNone/>
            </a:pPr>
            <a:r>
              <a:rPr lang="en-US" sz="3200" dirty="0">
                <a:latin typeface="Times New Roman" panose="02020603050405020304" pitchFamily="18" charset="0"/>
                <a:cs typeface="Times New Roman" panose="02020603050405020304" pitchFamily="18" charset="0"/>
              </a:rPr>
              <a:t>The core concept of Kanban includes:</a:t>
            </a:r>
          </a:p>
          <a:p>
            <a:pPr lvl="1"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Visualize Workflow</a:t>
            </a:r>
          </a:p>
          <a:p>
            <a:pPr lvl="2" algn="just">
              <a:buFont typeface="Wingdings" panose="05000000000000000000" pitchFamily="2" charset="2"/>
              <a:buChar char="ü"/>
            </a:pPr>
            <a:r>
              <a:rPr lang="en-US" sz="2400" dirty="0">
                <a:solidFill>
                  <a:srgbClr val="002060"/>
                </a:solidFill>
                <a:latin typeface="Times New Roman" panose="02020603050405020304" pitchFamily="18" charset="0"/>
                <a:cs typeface="Times New Roman" panose="02020603050405020304" pitchFamily="18" charset="0"/>
              </a:rPr>
              <a:t>Split the entire work into defined segments or states, visualized as named columns on a wall.</a:t>
            </a:r>
          </a:p>
          <a:p>
            <a:pPr lvl="2" algn="just">
              <a:buFont typeface="Wingdings" panose="05000000000000000000" pitchFamily="2" charset="2"/>
              <a:buChar char="ü"/>
            </a:pPr>
            <a:r>
              <a:rPr lang="en-US" sz="2400" dirty="0">
                <a:solidFill>
                  <a:srgbClr val="002060"/>
                </a:solidFill>
                <a:latin typeface="Times New Roman" panose="02020603050405020304" pitchFamily="18" charset="0"/>
                <a:cs typeface="Times New Roman" panose="02020603050405020304" pitchFamily="18" charset="0"/>
              </a:rPr>
              <a:t>Write each item on a card and put in a column to indicate where the item is in the workflow.  </a:t>
            </a:r>
          </a:p>
          <a:p>
            <a:pPr lvl="1"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Limit WIP</a:t>
            </a:r>
          </a:p>
          <a:p>
            <a:pPr lvl="2" algn="just">
              <a:buFont typeface="Wingdings" panose="05000000000000000000" pitchFamily="2" charset="2"/>
              <a:buChar char="ü"/>
            </a:pPr>
            <a:r>
              <a:rPr lang="en-US" sz="2400" dirty="0">
                <a:solidFill>
                  <a:srgbClr val="002060"/>
                </a:solidFill>
                <a:latin typeface="Times New Roman" panose="02020603050405020304" pitchFamily="18" charset="0"/>
                <a:cs typeface="Times New Roman" panose="02020603050405020304" pitchFamily="18" charset="0"/>
              </a:rPr>
              <a:t>Assign explicit limits to how many items can be in progress at each workflow segment / state. i.e., Work in Progress (WIP) is limited in each workflow state.</a:t>
            </a:r>
          </a:p>
          <a:p>
            <a:pPr lvl="1"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Measure the Lead Time</a:t>
            </a:r>
          </a:p>
          <a:p>
            <a:pPr lvl="2" algn="just">
              <a:buFont typeface="Wingdings" panose="05000000000000000000" pitchFamily="2" charset="2"/>
              <a:buChar char="ü"/>
            </a:pPr>
            <a:r>
              <a:rPr lang="en-US" sz="2400" dirty="0">
                <a:solidFill>
                  <a:srgbClr val="002060"/>
                </a:solidFill>
                <a:latin typeface="Times New Roman" panose="02020603050405020304" pitchFamily="18" charset="0"/>
                <a:cs typeface="Times New Roman" panose="02020603050405020304" pitchFamily="18" charset="0"/>
              </a:rPr>
              <a:t>Lead Time, also known as cycle time is the average time to complete one item. Measure the Lead Time and optimize the process to make the Lead Time as small and predictable as possible.</a:t>
            </a: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3" name="Picture 2" descr="C:\Users\User\Desktop\NAAC\gla-full.png">
            <a:extLst>
              <a:ext uri="{FF2B5EF4-FFF2-40B4-BE49-F238E27FC236}">
                <a16:creationId xmlns:a16="http://schemas.microsoft.com/office/drawing/2014/main" id="{33F79A9A-5076-63B3-B918-5A6A543B7FD9}"/>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77291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 calcmode="lin" valueType="num">
                                      <p:cBhvr additive="base">
                                        <p:cTn id="32"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fade">
                                      <p:cBhvr>
                                        <p:cTn id="38"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Kanban Benefits</a:t>
            </a:r>
          </a:p>
        </p:txBody>
      </p:sp>
      <p:sp>
        <p:nvSpPr>
          <p:cNvPr id="5" name="Content Placeholder 2"/>
          <p:cNvSpPr>
            <a:spLocks noGrp="1"/>
          </p:cNvSpPr>
          <p:nvPr>
            <p:ph idx="1"/>
          </p:nvPr>
        </p:nvSpPr>
        <p:spPr>
          <a:xfrm>
            <a:off x="792725" y="1457054"/>
            <a:ext cx="10991235" cy="5091230"/>
          </a:xfrm>
        </p:spPr>
        <p:txBody>
          <a:bodyPr>
            <a:normAutofit fontScale="92500" lnSpcReduction="20000"/>
          </a:bodyPr>
          <a:lstStyle/>
          <a:p>
            <a:pPr marL="0" indent="0" algn="just">
              <a:buNone/>
            </a:pPr>
            <a:r>
              <a:rPr lang="en-US" sz="3200" dirty="0">
                <a:latin typeface="Times New Roman" panose="02020603050405020304" pitchFamily="18" charset="0"/>
                <a:cs typeface="Times New Roman" panose="02020603050405020304" pitchFamily="18" charset="0"/>
              </a:rPr>
              <a:t>Kanban has the following commonly observed benefits – </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People collaborate to optimize the whole project rather than just their part(s).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Useful for situations where operations and support teams have a high rate of uncertainty and variability.</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Increased visibility of all processes that are going on at the company.</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Reduces inventory in the range of 25%-75%, thereby reducing company costs &amp; time. This is termed as eliminating waste.</a:t>
            </a:r>
          </a:p>
        </p:txBody>
      </p:sp>
      <p:pic>
        <p:nvPicPr>
          <p:cNvPr id="3" name="Picture 2" descr="C:\Users\User\Desktop\NAAC\gla-full.png">
            <a:extLst>
              <a:ext uri="{FF2B5EF4-FFF2-40B4-BE49-F238E27FC236}">
                <a16:creationId xmlns:a16="http://schemas.microsoft.com/office/drawing/2014/main" id="{208A6357-017C-0D65-9B26-C6D7091E087C}"/>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92795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2474145"/>
            <a:ext cx="10515600" cy="1325563"/>
          </a:xfrm>
        </p:spPr>
        <p:txBody>
          <a:bodyPr>
            <a:normAutofit/>
          </a:bodyPr>
          <a:lstStyle/>
          <a:p>
            <a:pPr algn="ctr"/>
            <a:r>
              <a:rPr lang="en-US" sz="6000" b="1" dirty="0">
                <a:latin typeface="Times New Roman" panose="02020603050405020304" pitchFamily="18" charset="0"/>
                <a:cs typeface="Times New Roman" panose="02020603050405020304" pitchFamily="18" charset="0"/>
              </a:rPr>
              <a:t>Kanban – Characteristics</a:t>
            </a:r>
          </a:p>
        </p:txBody>
      </p:sp>
      <p:pic>
        <p:nvPicPr>
          <p:cNvPr id="3" name="Picture 2" descr="C:\Users\User\Desktop\NAAC\gla-full.png">
            <a:extLst>
              <a:ext uri="{FF2B5EF4-FFF2-40B4-BE49-F238E27FC236}">
                <a16:creationId xmlns:a16="http://schemas.microsoft.com/office/drawing/2014/main" id="{AD0E9D0D-D44A-EB98-2A0C-BBDBCA8D68D4}"/>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826328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Kanban Characteristics</a:t>
            </a:r>
          </a:p>
        </p:txBody>
      </p:sp>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Kanban has the following characteristics – </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Flexibility in Planning</a:t>
            </a:r>
          </a:p>
          <a:p>
            <a:pPr algn="just"/>
            <a:r>
              <a:rPr lang="en-US" sz="3200" dirty="0">
                <a:latin typeface="Times New Roman" panose="02020603050405020304" pitchFamily="18" charset="0"/>
                <a:cs typeface="Times New Roman" panose="02020603050405020304" pitchFamily="18" charset="0"/>
              </a:rPr>
              <a:t>Limits Work in Progress (WIP)</a:t>
            </a:r>
          </a:p>
          <a:p>
            <a:pPr algn="just"/>
            <a:r>
              <a:rPr lang="en-US" sz="3200" dirty="0">
                <a:latin typeface="Times New Roman" panose="02020603050405020304" pitchFamily="18" charset="0"/>
                <a:cs typeface="Times New Roman" panose="02020603050405020304" pitchFamily="18" charset="0"/>
              </a:rPr>
              <a:t>Pull Approach</a:t>
            </a:r>
          </a:p>
          <a:p>
            <a:pPr algn="just"/>
            <a:r>
              <a:rPr lang="en-US" sz="3200" dirty="0">
                <a:latin typeface="Times New Roman" panose="02020603050405020304" pitchFamily="18" charset="0"/>
                <a:cs typeface="Times New Roman" panose="02020603050405020304" pitchFamily="18" charset="0"/>
              </a:rPr>
              <a:t>Minimize Cycle Time</a:t>
            </a:r>
          </a:p>
          <a:p>
            <a:pPr algn="just"/>
            <a:r>
              <a:rPr lang="en-US" sz="3200" dirty="0">
                <a:latin typeface="Times New Roman" panose="02020603050405020304" pitchFamily="18" charset="0"/>
                <a:cs typeface="Times New Roman" panose="02020603050405020304" pitchFamily="18" charset="0"/>
              </a:rPr>
              <a:t>Continuous Delivery</a:t>
            </a:r>
          </a:p>
          <a:p>
            <a:pPr algn="just"/>
            <a:r>
              <a:rPr lang="en-US" sz="3200" dirty="0">
                <a:latin typeface="Times New Roman" panose="02020603050405020304" pitchFamily="18" charset="0"/>
                <a:cs typeface="Times New Roman" panose="02020603050405020304" pitchFamily="18" charset="0"/>
              </a:rPr>
              <a:t>Visual Metrics</a:t>
            </a:r>
          </a:p>
          <a:p>
            <a:pPr algn="just"/>
            <a:r>
              <a:rPr lang="en-US" sz="3200" dirty="0">
                <a:latin typeface="Times New Roman" panose="02020603050405020304" pitchFamily="18" charset="0"/>
                <a:cs typeface="Times New Roman" panose="02020603050405020304" pitchFamily="18" charset="0"/>
              </a:rPr>
              <a:t>Efficiency Through Focus</a:t>
            </a:r>
          </a:p>
          <a:p>
            <a:pPr algn="just"/>
            <a:endParaRPr lang="en-US" sz="3200" dirty="0">
              <a:latin typeface="Times New Roman" panose="02020603050405020304" pitchFamily="18" charset="0"/>
              <a:cs typeface="Times New Roman" panose="02020603050405020304" pitchFamily="18" charset="0"/>
            </a:endParaRPr>
          </a:p>
        </p:txBody>
      </p:sp>
      <p:pic>
        <p:nvPicPr>
          <p:cNvPr id="3" name="Picture 2" descr="C:\Users\User\Desktop\NAAC\gla-full.png">
            <a:extLst>
              <a:ext uri="{FF2B5EF4-FFF2-40B4-BE49-F238E27FC236}">
                <a16:creationId xmlns:a16="http://schemas.microsoft.com/office/drawing/2014/main" id="{2F868D80-1119-C79B-C62B-6263589C37DD}"/>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5437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 calcmode="lin" valueType="num">
                                      <p:cBhvr additive="base">
                                        <p:cTn id="2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 calcmode="lin" valueType="num">
                                      <p:cBhvr additive="base">
                                        <p:cTn id="3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Flexibility in Planning</a:t>
            </a:r>
          </a:p>
        </p:txBody>
      </p:sp>
      <p:sp>
        <p:nvSpPr>
          <p:cNvPr id="5" name="Content Placeholder 2"/>
          <p:cNvSpPr>
            <a:spLocks noGrp="1"/>
          </p:cNvSpPr>
          <p:nvPr>
            <p:ph idx="1"/>
          </p:nvPr>
        </p:nvSpPr>
        <p:spPr>
          <a:xfrm>
            <a:off x="792725" y="1710812"/>
            <a:ext cx="10991235" cy="4837471"/>
          </a:xfrm>
        </p:spPr>
        <p:txBody>
          <a:bodyPr>
            <a:normAutofit/>
          </a:bodyPr>
          <a:lstStyle/>
          <a:p>
            <a:pPr algn="just"/>
            <a:r>
              <a:rPr lang="en-US" sz="3200" dirty="0">
                <a:latin typeface="Times New Roman" panose="02020603050405020304" pitchFamily="18" charset="0"/>
                <a:cs typeface="Times New Roman" panose="02020603050405020304" pitchFamily="18" charset="0"/>
              </a:rPr>
              <a:t>Kanban provides improvements in the workflow.</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In Kanban, planning is flexible and not time-boxed.</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Kanban allows enough time for longer tasks to implement.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Kanban permits continuous flow of the tasks that are completed without wait time.</a:t>
            </a:r>
          </a:p>
        </p:txBody>
      </p:sp>
      <p:pic>
        <p:nvPicPr>
          <p:cNvPr id="3" name="Picture 2" descr="C:\Users\User\Desktop\NAAC\gla-full.png">
            <a:extLst>
              <a:ext uri="{FF2B5EF4-FFF2-40B4-BE49-F238E27FC236}">
                <a16:creationId xmlns:a16="http://schemas.microsoft.com/office/drawing/2014/main" id="{B35FC3F3-E04B-6F9C-0AE3-5F03A0BBF7D6}"/>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58737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Limits Work in Progress (WIP)</a:t>
            </a:r>
          </a:p>
        </p:txBody>
      </p:sp>
      <p:sp>
        <p:nvSpPr>
          <p:cNvPr id="5" name="Content Placeholder 2"/>
          <p:cNvSpPr>
            <a:spLocks noGrp="1"/>
          </p:cNvSpPr>
          <p:nvPr>
            <p:ph idx="1"/>
          </p:nvPr>
        </p:nvSpPr>
        <p:spPr>
          <a:xfrm>
            <a:off x="792725" y="1710812"/>
            <a:ext cx="10991235" cy="4837471"/>
          </a:xfrm>
        </p:spPr>
        <p:txBody>
          <a:bodyPr>
            <a:normAutofit/>
          </a:bodyPr>
          <a:lstStyle/>
          <a:p>
            <a:pPr algn="just"/>
            <a:r>
              <a:rPr lang="en-US" sz="3200" dirty="0">
                <a:latin typeface="Times New Roman" panose="02020603050405020304" pitchFamily="18" charset="0"/>
                <a:cs typeface="Times New Roman" panose="02020603050405020304" pitchFamily="18" charset="0"/>
              </a:rPr>
              <a:t>It allows reducing wait time.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Avoid stress on resources at a workflow state.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Resolve bottlenecks with collaboration of the entire team.</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Decreases dependencies in completing a task by splitting it into sub-tasks.</a:t>
            </a:r>
          </a:p>
        </p:txBody>
      </p:sp>
      <p:pic>
        <p:nvPicPr>
          <p:cNvPr id="3" name="Picture 2" descr="C:\Users\User\Desktop\NAAC\gla-full.png">
            <a:extLst>
              <a:ext uri="{FF2B5EF4-FFF2-40B4-BE49-F238E27FC236}">
                <a16:creationId xmlns:a16="http://schemas.microsoft.com/office/drawing/2014/main" id="{BD229AEB-C8C3-13E5-B9FA-AF27F1DC7BC9}"/>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07446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Pull Approach</a:t>
            </a:r>
          </a:p>
        </p:txBody>
      </p:sp>
      <p:sp>
        <p:nvSpPr>
          <p:cNvPr id="5" name="Content Placeholder 2"/>
          <p:cNvSpPr>
            <a:spLocks noGrp="1"/>
          </p:cNvSpPr>
          <p:nvPr>
            <p:ph idx="1"/>
          </p:nvPr>
        </p:nvSpPr>
        <p:spPr>
          <a:xfrm>
            <a:off x="792725" y="1710812"/>
            <a:ext cx="10991235" cy="4837471"/>
          </a:xfrm>
        </p:spPr>
        <p:txBody>
          <a:bodyPr>
            <a:normAutofit/>
          </a:bodyPr>
          <a:lstStyle/>
          <a:p>
            <a:pPr algn="just"/>
            <a:r>
              <a:rPr lang="en-US" sz="3200" dirty="0">
                <a:latin typeface="Times New Roman" panose="02020603050405020304" pitchFamily="18" charset="0"/>
                <a:cs typeface="Times New Roman" panose="02020603050405020304" pitchFamily="18" charset="0"/>
              </a:rPr>
              <a:t>When we have two teams and the first one is performing better than the second one, it is likely that it pushes more work than the other can actually handle. This is called Pull Approach.</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In Pull Approach, the next team pulls work only when it is ready for it.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It reduces wait time. </a:t>
            </a:r>
          </a:p>
          <a:p>
            <a:pPr algn="just"/>
            <a:endParaRPr lang="en-US" sz="3200" dirty="0">
              <a:latin typeface="Times New Roman" panose="02020603050405020304" pitchFamily="18" charset="0"/>
              <a:cs typeface="Times New Roman" panose="02020603050405020304" pitchFamily="18" charset="0"/>
            </a:endParaRPr>
          </a:p>
        </p:txBody>
      </p:sp>
      <p:pic>
        <p:nvPicPr>
          <p:cNvPr id="3" name="Picture 2" descr="C:\Users\User\Desktop\NAAC\gla-full.png">
            <a:extLst>
              <a:ext uri="{FF2B5EF4-FFF2-40B4-BE49-F238E27FC236}">
                <a16:creationId xmlns:a16="http://schemas.microsoft.com/office/drawing/2014/main" id="{C188B1D9-EF71-2967-FE98-A23356DE7437}"/>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6865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Minimize Cycle Time</a:t>
            </a:r>
          </a:p>
        </p:txBody>
      </p:sp>
      <p:sp>
        <p:nvSpPr>
          <p:cNvPr id="5" name="Content Placeholder 2"/>
          <p:cNvSpPr>
            <a:spLocks noGrp="1"/>
          </p:cNvSpPr>
          <p:nvPr>
            <p:ph idx="1"/>
          </p:nvPr>
        </p:nvSpPr>
        <p:spPr>
          <a:xfrm>
            <a:off x="792725" y="1710812"/>
            <a:ext cx="10991235" cy="4026311"/>
          </a:xfrm>
        </p:spPr>
        <p:txBody>
          <a:bodyPr>
            <a:normAutofit/>
          </a:bodyPr>
          <a:lstStyle/>
          <a:p>
            <a:pPr algn="just"/>
            <a:r>
              <a:rPr lang="en-US" sz="3200" dirty="0">
                <a:latin typeface="Times New Roman" panose="02020603050405020304" pitchFamily="18" charset="0"/>
                <a:cs typeface="Times New Roman" panose="02020603050405020304" pitchFamily="18" charset="0"/>
              </a:rPr>
              <a:t>Each task's cycle time is measured and the process is optimized to reduce the cycle times.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bottlenecks are identified immediately and resolved collaboratively by the entire team.</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correction loops are considered to reduce rework.</a:t>
            </a:r>
          </a:p>
        </p:txBody>
      </p:sp>
      <p:pic>
        <p:nvPicPr>
          <p:cNvPr id="3" name="Picture 2" descr="C:\Users\User\Desktop\NAAC\gla-full.png">
            <a:extLst>
              <a:ext uri="{FF2B5EF4-FFF2-40B4-BE49-F238E27FC236}">
                <a16:creationId xmlns:a16="http://schemas.microsoft.com/office/drawing/2014/main" id="{EF6EF8C0-FE1A-C5FE-E318-E7D94806FDD8}"/>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83497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Continuous Delivery</a:t>
            </a:r>
          </a:p>
        </p:txBody>
      </p:sp>
      <p:sp>
        <p:nvSpPr>
          <p:cNvPr id="5" name="Content Placeholder 2"/>
          <p:cNvSpPr>
            <a:spLocks noGrp="1"/>
          </p:cNvSpPr>
          <p:nvPr>
            <p:ph idx="1"/>
          </p:nvPr>
        </p:nvSpPr>
        <p:spPr>
          <a:xfrm>
            <a:off x="792725" y="1710812"/>
            <a:ext cx="10991235" cy="4483511"/>
          </a:xfrm>
        </p:spPr>
        <p:txBody>
          <a:bodyPr>
            <a:normAutofit fontScale="92500" lnSpcReduction="10000"/>
          </a:bodyPr>
          <a:lstStyle/>
          <a:p>
            <a:pPr algn="just"/>
            <a:r>
              <a:rPr lang="en-US" sz="3200" dirty="0">
                <a:latin typeface="Times New Roman" panose="02020603050405020304" pitchFamily="18" charset="0"/>
                <a:cs typeface="Times New Roman" panose="02020603050405020304" pitchFamily="18" charset="0"/>
              </a:rPr>
              <a:t>Short release cycles result in continuous delivery of growing product at regular intervals.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Continuous interactions with the customer to understand what customer wants &amp; feedback on delivered modules.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Focus is on finishing work rather than on starting work.</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Deliver before the customer changes mind.</a:t>
            </a:r>
          </a:p>
        </p:txBody>
      </p:sp>
      <p:pic>
        <p:nvPicPr>
          <p:cNvPr id="3" name="Picture 2" descr="C:\Users\User\Desktop\NAAC\gla-full.png">
            <a:extLst>
              <a:ext uri="{FF2B5EF4-FFF2-40B4-BE49-F238E27FC236}">
                <a16:creationId xmlns:a16="http://schemas.microsoft.com/office/drawing/2014/main" id="{F4E0E7D5-A81F-74EB-1786-E86311025DBC}"/>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10235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Visual Metrics</a:t>
            </a:r>
          </a:p>
        </p:txBody>
      </p:sp>
      <p:sp>
        <p:nvSpPr>
          <p:cNvPr id="5" name="Content Placeholder 2"/>
          <p:cNvSpPr>
            <a:spLocks noGrp="1"/>
          </p:cNvSpPr>
          <p:nvPr>
            <p:ph idx="1"/>
          </p:nvPr>
        </p:nvSpPr>
        <p:spPr>
          <a:xfrm>
            <a:off x="792725" y="1710812"/>
            <a:ext cx="10991235" cy="4483511"/>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Visually organized workflows (on Kanban Boards) facilitate –</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Scheduling as per WIP limits on a workflow state.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Tracking status and progress continually.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Assigning resources dynamically based on the role requirements.</a:t>
            </a:r>
          </a:p>
        </p:txBody>
      </p:sp>
      <p:pic>
        <p:nvPicPr>
          <p:cNvPr id="3" name="Picture 2" descr="C:\Users\User\Desktop\NAAC\gla-full.png">
            <a:extLst>
              <a:ext uri="{FF2B5EF4-FFF2-40B4-BE49-F238E27FC236}">
                <a16:creationId xmlns:a16="http://schemas.microsoft.com/office/drawing/2014/main" id="{70F37675-AE32-D6C5-5F3A-3F7832FCF1EE}"/>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43415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Efficiency Through Focus</a:t>
            </a:r>
          </a:p>
        </p:txBody>
      </p:sp>
      <p:sp>
        <p:nvSpPr>
          <p:cNvPr id="5" name="Content Placeholder 2"/>
          <p:cNvSpPr>
            <a:spLocks noGrp="1"/>
          </p:cNvSpPr>
          <p:nvPr>
            <p:ph idx="1"/>
          </p:nvPr>
        </p:nvSpPr>
        <p:spPr>
          <a:xfrm>
            <a:off x="792725" y="1710812"/>
            <a:ext cx="10991235" cy="4483511"/>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By focusing on what a customer wants, the scope becomes clear.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focus is on delivering value to the customer.</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 customer’s expectations can be made realistic and focused with continuous interactions with the customer.</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Empowerment of the team makes the team accountable for the success.</a:t>
            </a:r>
          </a:p>
        </p:txBody>
      </p:sp>
      <p:pic>
        <p:nvPicPr>
          <p:cNvPr id="3" name="Picture 2" descr="C:\Users\User\Desktop\NAAC\gla-full.png">
            <a:extLst>
              <a:ext uri="{FF2B5EF4-FFF2-40B4-BE49-F238E27FC236}">
                <a16:creationId xmlns:a16="http://schemas.microsoft.com/office/drawing/2014/main" id="{05A4E487-40F6-D310-4DC2-EE153F61675E}"/>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49158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33" y="227492"/>
            <a:ext cx="8173065" cy="932733"/>
          </a:xfrm>
        </p:spPr>
        <p:txBody>
          <a:bodyPr/>
          <a:lstStyle/>
          <a:p>
            <a:r>
              <a:rPr lang="en-US"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19433" y="1324178"/>
            <a:ext cx="10972799" cy="5194609"/>
          </a:xfrm>
        </p:spPr>
        <p:txBody>
          <a:bodyPr>
            <a:normAutofit/>
          </a:bodyPr>
          <a:lstStyle/>
          <a:p>
            <a:pPr algn="just"/>
            <a:r>
              <a:rPr lang="en-US" sz="3200" dirty="0">
                <a:latin typeface="Times New Roman" panose="02020603050405020304" pitchFamily="18" charset="0"/>
                <a:cs typeface="Times New Roman" panose="02020603050405020304" pitchFamily="18" charset="0"/>
              </a:rPr>
              <a:t>Ken </a:t>
            </a:r>
            <a:r>
              <a:rPr lang="en-US" sz="3200" dirty="0" err="1">
                <a:latin typeface="Times New Roman" panose="02020603050405020304" pitchFamily="18" charset="0"/>
                <a:cs typeface="Times New Roman" panose="02020603050405020304" pitchFamily="18" charset="0"/>
              </a:rPr>
              <a:t>Schawber</a:t>
            </a:r>
            <a:r>
              <a:rPr lang="en-US" sz="3200" dirty="0">
                <a:latin typeface="Times New Roman" panose="02020603050405020304" pitchFamily="18" charset="0"/>
                <a:cs typeface="Times New Roman" panose="02020603050405020304" pitchFamily="18" charset="0"/>
              </a:rPr>
              <a:t> &amp; Mike </a:t>
            </a:r>
            <a:r>
              <a:rPr lang="en-US" sz="3200" dirty="0" err="1">
                <a:latin typeface="Times New Roman" panose="02020603050405020304" pitchFamily="18" charset="0"/>
                <a:cs typeface="Times New Roman" panose="02020603050405020304" pitchFamily="18" charset="0"/>
              </a:rPr>
              <a:t>Beedle</a:t>
            </a:r>
            <a:r>
              <a:rPr lang="en-US" sz="3200" dirty="0">
                <a:latin typeface="Times New Roman" panose="02020603050405020304" pitchFamily="18" charset="0"/>
                <a:cs typeface="Times New Roman" panose="02020603050405020304" pitchFamily="18" charset="0"/>
              </a:rPr>
              <a:t>, Agile Software Development with Scrum, Pearson, 2008.</a:t>
            </a:r>
          </a:p>
          <a:p>
            <a:pPr algn="just"/>
            <a:r>
              <a:rPr lang="en-US" sz="3200" dirty="0">
                <a:latin typeface="Times New Roman" panose="02020603050405020304" pitchFamily="18" charset="0"/>
                <a:cs typeface="Times New Roman" panose="02020603050405020304" pitchFamily="18" charset="0"/>
              </a:rPr>
              <a:t>Robert C. Martin, Agile Software Development, Principles, Patterns and Practices, Prentice Hall,2002.</a:t>
            </a:r>
          </a:p>
          <a:p>
            <a:pPr algn="just"/>
            <a:r>
              <a:rPr lang="en-US" sz="3200" dirty="0">
                <a:latin typeface="Times New Roman" panose="02020603050405020304" pitchFamily="18" charset="0"/>
                <a:cs typeface="Times New Roman" panose="02020603050405020304" pitchFamily="18" charset="0"/>
              </a:rPr>
              <a:t>Lisa Crispin &amp; Janet Gregory, Agile Testing: A Practical Guide for Testers and Agile Teams, Addison Wesley, 2008.</a:t>
            </a:r>
          </a:p>
          <a:p>
            <a:pPr algn="just"/>
            <a:r>
              <a:rPr lang="en-US" sz="3200" dirty="0">
                <a:latin typeface="Times New Roman" panose="02020603050405020304" pitchFamily="18" charset="0"/>
                <a:cs typeface="Times New Roman" panose="02020603050405020304" pitchFamily="18" charset="0"/>
              </a:rPr>
              <a:t>Alistair Cockburn, Agile Software Development: The Cooperative Game, Addison Wesley, 2006.</a:t>
            </a:r>
          </a:p>
          <a:p>
            <a:r>
              <a:rPr lang="en-US" sz="3200" dirty="0">
                <a:latin typeface="Times New Roman" panose="02020603050405020304" pitchFamily="18" charset="0"/>
                <a:cs typeface="Times New Roman" panose="02020603050405020304" pitchFamily="18" charset="0"/>
                <a:hlinkClick r:id="rId2"/>
              </a:rPr>
              <a:t>https://www.tutorialspoint.com/kanban/index.htm/</a:t>
            </a:r>
            <a:r>
              <a:rPr lang="en-US" sz="3200" dirty="0">
                <a:latin typeface="Times New Roman" panose="02020603050405020304" pitchFamily="18" charset="0"/>
                <a:cs typeface="Times New Roman" panose="02020603050405020304" pitchFamily="18" charset="0"/>
              </a:rPr>
              <a:t> last accessed on 28/8/2024.</a:t>
            </a:r>
          </a:p>
        </p:txBody>
      </p:sp>
      <p:pic>
        <p:nvPicPr>
          <p:cNvPr id="5" name="Picture 4" descr="C:\Users\User\Desktop\NAAC\gla-full.png">
            <a:extLst>
              <a:ext uri="{FF2B5EF4-FFF2-40B4-BE49-F238E27FC236}">
                <a16:creationId xmlns:a16="http://schemas.microsoft.com/office/drawing/2014/main" id="{C7206135-CA37-F597-9ECC-73324D63D6C5}"/>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8122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ow To Write A Thank You Note In Five Easy Steps">
            <a:extLst>
              <a:ext uri="{FF2B5EF4-FFF2-40B4-BE49-F238E27FC236}">
                <a16:creationId xmlns:a16="http://schemas.microsoft.com/office/drawing/2014/main" id="{CAF25437-4356-1F3A-5238-4EFD81C62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202" y="1758103"/>
            <a:ext cx="5947595" cy="334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533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1150</TotalTime>
  <Words>848</Words>
  <Application>Microsoft Office PowerPoint</Application>
  <PresentationFormat>Widescreen</PresentationFormat>
  <Paragraphs>117</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Souvenir</vt:lpstr>
      <vt:lpstr>Times New Roman</vt:lpstr>
      <vt:lpstr>Wingdings</vt:lpstr>
      <vt:lpstr>Office Theme</vt:lpstr>
      <vt:lpstr>PowerPoint Presentation</vt:lpstr>
      <vt:lpstr>Topics To Be Covered</vt:lpstr>
      <vt:lpstr>Kanban Board</vt:lpstr>
      <vt:lpstr>Kanban Board</vt:lpstr>
      <vt:lpstr>Kanban Board</vt:lpstr>
      <vt:lpstr>Kanban – Introduction </vt:lpstr>
      <vt:lpstr>What is Kanban?</vt:lpstr>
      <vt:lpstr>Kanban Core Concepts</vt:lpstr>
      <vt:lpstr>Kanban Benefits</vt:lpstr>
      <vt:lpstr>Kanban – Characteristics</vt:lpstr>
      <vt:lpstr>Kanban Characteristics</vt:lpstr>
      <vt:lpstr>Flexibility in Planning</vt:lpstr>
      <vt:lpstr>Limits Work in Progress (WIP)</vt:lpstr>
      <vt:lpstr>Pull Approach</vt:lpstr>
      <vt:lpstr>Minimize Cycle Time</vt:lpstr>
      <vt:lpstr>Continuous Delivery</vt:lpstr>
      <vt:lpstr>Visual Metrics</vt:lpstr>
      <vt:lpstr>Efficiency Through Focus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Govil</dc:creator>
  <cp:lastModifiedBy>Nikhil Govil</cp:lastModifiedBy>
  <cp:revision>694</cp:revision>
  <dcterms:created xsi:type="dcterms:W3CDTF">2020-08-05T08:53:59Z</dcterms:created>
  <dcterms:modified xsi:type="dcterms:W3CDTF">2024-09-01T17:30:53Z</dcterms:modified>
</cp:coreProperties>
</file>